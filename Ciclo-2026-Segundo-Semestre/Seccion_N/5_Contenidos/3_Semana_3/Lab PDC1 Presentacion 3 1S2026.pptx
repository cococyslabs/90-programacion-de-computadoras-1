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22"/>
  </p:notesMasterIdLst>
  <p:sldIdLst>
    <p:sldId id="256" r:id="rId3"/>
    <p:sldId id="257" r:id="rId4"/>
    <p:sldId id="258" r:id="rId5"/>
    <p:sldId id="261" r:id="rId6"/>
    <p:sldId id="273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59" r:id="rId18"/>
    <p:sldId id="260" r:id="rId19"/>
    <p:sldId id="274" r:id="rId20"/>
    <p:sldId id="270" r:id="rId2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274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FC7B58-9EEC-455C-8DEA-EC4554C0AD7F}" type="datetimeFigureOut">
              <a:rPr lang="es-GT" smtClean="0"/>
              <a:t>27/10/2026</a:t>
            </a:fld>
            <a:endParaRPr lang="es-G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G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02EA5-D144-4433-AB9A-6AAD1B8B021E}" type="slidenum">
              <a:rPr lang="es-GT" smtClean="0"/>
              <a:t>‹#›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44769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740324" name="Google Shape;51;gcb241b134e_0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523408" name="Google Shape;52;gcb241b134e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EE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062" y="342096"/>
            <a:ext cx="2085974" cy="80962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495624" y="1297076"/>
            <a:ext cx="14827885" cy="8990330"/>
          </a:xfrm>
          <a:custGeom>
            <a:avLst/>
            <a:gdLst/>
            <a:ahLst/>
            <a:cxnLst/>
            <a:rect l="l" t="t" r="r" b="b"/>
            <a:pathLst>
              <a:path w="14827885" h="8990330">
                <a:moveTo>
                  <a:pt x="14827745" y="8989923"/>
                </a:moveTo>
                <a:lnTo>
                  <a:pt x="0" y="8989923"/>
                </a:lnTo>
                <a:lnTo>
                  <a:pt x="0" y="519913"/>
                </a:lnTo>
                <a:lnTo>
                  <a:pt x="2130" y="472688"/>
                </a:lnTo>
                <a:lnTo>
                  <a:pt x="8398" y="426631"/>
                </a:lnTo>
                <a:lnTo>
                  <a:pt x="18617" y="381927"/>
                </a:lnTo>
                <a:lnTo>
                  <a:pt x="32602" y="338763"/>
                </a:lnTo>
                <a:lnTo>
                  <a:pt x="50168" y="297324"/>
                </a:lnTo>
                <a:lnTo>
                  <a:pt x="71129" y="257795"/>
                </a:lnTo>
                <a:lnTo>
                  <a:pt x="95299" y="220361"/>
                </a:lnTo>
                <a:lnTo>
                  <a:pt x="122493" y="185210"/>
                </a:lnTo>
                <a:lnTo>
                  <a:pt x="152525" y="152525"/>
                </a:lnTo>
                <a:lnTo>
                  <a:pt x="185210" y="122493"/>
                </a:lnTo>
                <a:lnTo>
                  <a:pt x="220361" y="95299"/>
                </a:lnTo>
                <a:lnTo>
                  <a:pt x="257795" y="71129"/>
                </a:lnTo>
                <a:lnTo>
                  <a:pt x="297324" y="50168"/>
                </a:lnTo>
                <a:lnTo>
                  <a:pt x="338763" y="32602"/>
                </a:lnTo>
                <a:lnTo>
                  <a:pt x="381927" y="18617"/>
                </a:lnTo>
                <a:lnTo>
                  <a:pt x="426631" y="8398"/>
                </a:lnTo>
                <a:lnTo>
                  <a:pt x="472688" y="2130"/>
                </a:lnTo>
                <a:lnTo>
                  <a:pt x="519913" y="0"/>
                </a:lnTo>
                <a:lnTo>
                  <a:pt x="14320532" y="0"/>
                </a:lnTo>
                <a:lnTo>
                  <a:pt x="14367757" y="2130"/>
                </a:lnTo>
                <a:lnTo>
                  <a:pt x="14413814" y="8398"/>
                </a:lnTo>
                <a:lnTo>
                  <a:pt x="14458517" y="18617"/>
                </a:lnTo>
                <a:lnTo>
                  <a:pt x="14501682" y="32602"/>
                </a:lnTo>
                <a:lnTo>
                  <a:pt x="14543121" y="50168"/>
                </a:lnTo>
                <a:lnTo>
                  <a:pt x="14582650" y="71129"/>
                </a:lnTo>
                <a:lnTo>
                  <a:pt x="14620083" y="95299"/>
                </a:lnTo>
                <a:lnTo>
                  <a:pt x="14655235" y="122493"/>
                </a:lnTo>
                <a:lnTo>
                  <a:pt x="14687920" y="152525"/>
                </a:lnTo>
                <a:lnTo>
                  <a:pt x="14717952" y="185210"/>
                </a:lnTo>
                <a:lnTo>
                  <a:pt x="14745146" y="220361"/>
                </a:lnTo>
                <a:lnTo>
                  <a:pt x="14769316" y="257795"/>
                </a:lnTo>
                <a:lnTo>
                  <a:pt x="14790276" y="297324"/>
                </a:lnTo>
                <a:lnTo>
                  <a:pt x="14807842" y="338763"/>
                </a:lnTo>
                <a:lnTo>
                  <a:pt x="14821827" y="381927"/>
                </a:lnTo>
                <a:lnTo>
                  <a:pt x="14827745" y="407813"/>
                </a:lnTo>
                <a:lnTo>
                  <a:pt x="14827745" y="8989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63740" y="8128045"/>
            <a:ext cx="1762124" cy="178117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75436" y="3416243"/>
            <a:ext cx="10134599" cy="48291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body" type="tx" userDrawn="1">
  <p:cSld name="Title and 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512995" name="Google Shape;17;p4"/>
          <p:cNvSpPr txBox="1">
            <a:spLocks noGrp="1"/>
          </p:cNvSpPr>
          <p:nvPr>
            <p:ph type="title"/>
          </p:nvPr>
        </p:nvSpPr>
        <p:spPr bwMode="auto"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6468425" name="Google Shape;18;p4"/>
          <p:cNvSpPr txBox="1">
            <a:spLocks noGrp="1"/>
          </p:cNvSpPr>
          <p:nvPr>
            <p:ph type="body" idx="1"/>
          </p:nvPr>
        </p:nvSpPr>
        <p:spPr bwMode="auto"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914400" lvl="0" indent="-685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828800" lvl="1" indent="-635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2743200" lvl="2" indent="-635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3657600" lvl="3" indent="-635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4572000" lvl="4" indent="-635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5486400" lvl="5" indent="-635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6400800" lvl="6" indent="-635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7315200" lvl="7" indent="-635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8229600" lvl="8" indent="-635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6127535" name="Google Shape;19;p4"/>
          <p:cNvSpPr txBox="1">
            <a:spLocks noGrp="1"/>
          </p:cNvSpPr>
          <p:nvPr>
            <p:ph type="sldNum" idx="12"/>
          </p:nvPr>
        </p:nvSpPr>
        <p:spPr bwMode="auto"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>
              <a:defRPr/>
            </a:pPr>
            <a:fld id="{00000000-1234-1234-1234-123412341234}" type="slidenum">
              <a:rPr lang="es" smtClean="0"/>
              <a:pPr rtl="0">
                <a:defRPr/>
              </a:pPr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4100973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EE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3062" y="342096"/>
            <a:ext cx="2085974" cy="809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89943" y="1876405"/>
            <a:ext cx="8108112" cy="546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746415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37122375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9820563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rtl="0">
              <a:defRPr/>
            </a:pPr>
            <a:fld id="{00000000-1234-1234-1234-123412341234}" type="slidenum">
              <a:rPr lang="es" smtClean="0"/>
              <a:pPr rtl="0">
                <a:defRPr/>
              </a:pPr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26299043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94228" y="3930942"/>
            <a:ext cx="9299575" cy="34772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6700"/>
              </a:lnSpc>
              <a:spcBef>
                <a:spcPts val="90"/>
              </a:spcBef>
            </a:pPr>
            <a:r>
              <a:rPr sz="4500" spc="-175" dirty="0">
                <a:solidFill>
                  <a:srgbClr val="FEFEFE"/>
                </a:solidFill>
                <a:latin typeface="Arial Black"/>
                <a:cs typeface="Arial Black"/>
              </a:rPr>
              <a:t>Laboratorio</a:t>
            </a:r>
            <a:r>
              <a:rPr sz="4500" spc="-310" dirty="0">
                <a:solidFill>
                  <a:srgbClr val="FEFEFE"/>
                </a:solidFill>
                <a:latin typeface="Arial Black"/>
                <a:cs typeface="Arial Black"/>
              </a:rPr>
              <a:t> </a:t>
            </a:r>
            <a:r>
              <a:rPr sz="4500" spc="-250" dirty="0">
                <a:solidFill>
                  <a:srgbClr val="FEFEFE"/>
                </a:solidFill>
                <a:latin typeface="Arial Black"/>
                <a:cs typeface="Arial Black"/>
              </a:rPr>
              <a:t>de</a:t>
            </a:r>
            <a:r>
              <a:rPr sz="4500" spc="-310" dirty="0">
                <a:solidFill>
                  <a:srgbClr val="FEFEFE"/>
                </a:solidFill>
                <a:latin typeface="Arial Black"/>
                <a:cs typeface="Arial Black"/>
              </a:rPr>
              <a:t> </a:t>
            </a:r>
            <a:r>
              <a:rPr sz="4500" spc="-229" dirty="0">
                <a:solidFill>
                  <a:srgbClr val="FEFEFE"/>
                </a:solidFill>
                <a:latin typeface="Arial Black"/>
                <a:cs typeface="Arial Black"/>
              </a:rPr>
              <a:t>Programacion</a:t>
            </a:r>
            <a:r>
              <a:rPr sz="4500" spc="-310" dirty="0">
                <a:solidFill>
                  <a:srgbClr val="FEFEFE"/>
                </a:solidFill>
                <a:latin typeface="Arial Black"/>
                <a:cs typeface="Arial Black"/>
              </a:rPr>
              <a:t> </a:t>
            </a:r>
            <a:r>
              <a:rPr sz="4500" spc="-85" dirty="0">
                <a:solidFill>
                  <a:srgbClr val="FEFEFE"/>
                </a:solidFill>
                <a:latin typeface="Arial Black"/>
                <a:cs typeface="Arial Black"/>
              </a:rPr>
              <a:t>de </a:t>
            </a:r>
            <a:r>
              <a:rPr sz="4500" spc="-225" dirty="0">
                <a:solidFill>
                  <a:srgbClr val="FEFEFE"/>
                </a:solidFill>
                <a:latin typeface="Arial Black"/>
                <a:cs typeface="Arial Black"/>
              </a:rPr>
              <a:t>computadoras</a:t>
            </a:r>
            <a:r>
              <a:rPr sz="4500" spc="-300" dirty="0">
                <a:solidFill>
                  <a:srgbClr val="FEFEFE"/>
                </a:solidFill>
                <a:latin typeface="Arial Black"/>
                <a:cs typeface="Arial Black"/>
              </a:rPr>
              <a:t> </a:t>
            </a:r>
            <a:r>
              <a:rPr sz="4500" spc="-240" dirty="0">
                <a:solidFill>
                  <a:srgbClr val="FEFEFE"/>
                </a:solidFill>
                <a:latin typeface="Arial Black"/>
                <a:cs typeface="Arial Black"/>
              </a:rPr>
              <a:t>I,</a:t>
            </a:r>
            <a:r>
              <a:rPr sz="4500" spc="-300" dirty="0">
                <a:solidFill>
                  <a:srgbClr val="FEFEFE"/>
                </a:solidFill>
                <a:latin typeface="Arial Black"/>
                <a:cs typeface="Arial Black"/>
              </a:rPr>
              <a:t> </a:t>
            </a:r>
            <a:r>
              <a:rPr sz="4500" spc="-415" dirty="0" err="1">
                <a:solidFill>
                  <a:srgbClr val="FEFEFE"/>
                </a:solidFill>
                <a:latin typeface="Arial Black"/>
                <a:cs typeface="Arial Black"/>
              </a:rPr>
              <a:t>Sección</a:t>
            </a:r>
            <a:r>
              <a:rPr sz="4500" spc="-295" dirty="0">
                <a:solidFill>
                  <a:srgbClr val="FEFEFE"/>
                </a:solidFill>
                <a:latin typeface="Arial Black"/>
                <a:cs typeface="Arial Black"/>
              </a:rPr>
              <a:t> </a:t>
            </a:r>
            <a:r>
              <a:rPr lang="en-US" sz="4500" spc="-540" dirty="0">
                <a:solidFill>
                  <a:srgbClr val="FEFEFE"/>
                </a:solidFill>
                <a:latin typeface="Arial Black"/>
                <a:cs typeface="Arial Black"/>
              </a:rPr>
              <a:t>X</a:t>
            </a:r>
            <a:endParaRPr sz="45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170"/>
              </a:spcBef>
            </a:pPr>
            <a:endParaRPr sz="4500" dirty="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</a:pPr>
            <a:r>
              <a:rPr lang="en-US" sz="5050" spc="-155" dirty="0">
                <a:solidFill>
                  <a:srgbClr val="FEFEFE"/>
                </a:solidFill>
                <a:latin typeface="Arial Black"/>
                <a:cs typeface="Arial Black"/>
              </a:rPr>
              <a:t>Aux.</a:t>
            </a:r>
            <a:endParaRPr sz="505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26222" y="2176182"/>
            <a:ext cx="1247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latin typeface="Arial Black"/>
                <a:cs typeface="Arial Black"/>
              </a:rPr>
              <a:t>Dia,</a:t>
            </a:r>
            <a:r>
              <a:rPr sz="1800" spc="-120" dirty="0">
                <a:latin typeface="Arial Black"/>
                <a:cs typeface="Arial Black"/>
              </a:rPr>
              <a:t> </a:t>
            </a:r>
            <a:r>
              <a:rPr sz="1800" spc="-135" dirty="0">
                <a:latin typeface="Arial Black"/>
                <a:cs typeface="Arial Black"/>
              </a:rPr>
              <a:t>Fecha: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33127" y="2176182"/>
            <a:ext cx="2211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800" spc="-130" dirty="0">
                <a:latin typeface="Arial Black"/>
                <a:cs typeface="Arial Black"/>
              </a:rPr>
              <a:t>Martes</a:t>
            </a:r>
            <a:r>
              <a:rPr sz="1800" spc="-130" dirty="0">
                <a:latin typeface="Arial Black"/>
                <a:cs typeface="Arial Black"/>
              </a:rPr>
              <a:t>,</a:t>
            </a:r>
            <a:r>
              <a:rPr sz="1800" spc="-95" dirty="0">
                <a:latin typeface="Arial Black"/>
                <a:cs typeface="Arial Black"/>
              </a:rPr>
              <a:t> </a:t>
            </a:r>
            <a:r>
              <a:rPr lang="en-US" sz="1800" spc="-80" dirty="0">
                <a:latin typeface="Arial Black"/>
                <a:cs typeface="Arial Black"/>
              </a:rPr>
              <a:t>28</a:t>
            </a:r>
            <a:r>
              <a:rPr sz="1800" spc="-80" dirty="0">
                <a:latin typeface="Arial Black"/>
                <a:cs typeface="Arial Black"/>
              </a:rPr>
              <a:t>/</a:t>
            </a:r>
            <a:r>
              <a:rPr lang="en-US" sz="1800" spc="-80" dirty="0">
                <a:latin typeface="Arial Black"/>
                <a:cs typeface="Arial Black"/>
              </a:rPr>
              <a:t>07/</a:t>
            </a:r>
            <a:r>
              <a:rPr sz="1800" spc="-80" dirty="0">
                <a:latin typeface="Arial Black"/>
                <a:cs typeface="Arial Black"/>
              </a:rPr>
              <a:t>202</a:t>
            </a:r>
            <a:r>
              <a:rPr lang="en-US" sz="1800" spc="-80" dirty="0">
                <a:latin typeface="Arial Black"/>
                <a:cs typeface="Arial Black"/>
              </a:rPr>
              <a:t>6</a:t>
            </a:r>
            <a:endParaRPr sz="180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23071" y="2966757"/>
            <a:ext cx="1653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Arial Black"/>
                <a:cs typeface="Arial Black"/>
              </a:rPr>
              <a:t>Hora</a:t>
            </a:r>
            <a:r>
              <a:rPr sz="1800" spc="-130" dirty="0">
                <a:latin typeface="Arial Black"/>
                <a:cs typeface="Arial Black"/>
              </a:rPr>
              <a:t> </a:t>
            </a:r>
            <a:r>
              <a:rPr sz="1800" spc="-110" dirty="0">
                <a:latin typeface="Arial Black"/>
                <a:cs typeface="Arial Black"/>
              </a:rPr>
              <a:t>de</a:t>
            </a:r>
            <a:r>
              <a:rPr sz="1800" spc="-125" dirty="0">
                <a:latin typeface="Arial Black"/>
                <a:cs typeface="Arial Black"/>
              </a:rPr>
              <a:t> </a:t>
            </a:r>
            <a:r>
              <a:rPr sz="1800" spc="-80" dirty="0">
                <a:latin typeface="Arial Black"/>
                <a:cs typeface="Arial Black"/>
              </a:rPr>
              <a:t>inicio: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97408" y="2966757"/>
            <a:ext cx="100939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800" spc="-160" dirty="0">
                <a:latin typeface="Verdana"/>
                <a:cs typeface="Verdana"/>
              </a:rPr>
              <a:t>12:20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EE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6312298" y="8779871"/>
            <a:ext cx="1732280" cy="781050"/>
            <a:chOff x="16312298" y="8779871"/>
            <a:chExt cx="1732280" cy="781050"/>
          </a:xfrm>
        </p:grpSpPr>
        <p:sp>
          <p:nvSpPr>
            <p:cNvPr id="4" name="object 4"/>
            <p:cNvSpPr/>
            <p:nvPr/>
          </p:nvSpPr>
          <p:spPr>
            <a:xfrm>
              <a:off x="16312298" y="8779871"/>
              <a:ext cx="1732280" cy="781050"/>
            </a:xfrm>
            <a:custGeom>
              <a:avLst/>
              <a:gdLst/>
              <a:ahLst/>
              <a:cxnLst/>
              <a:rect l="l" t="t" r="r" b="b"/>
              <a:pathLst>
                <a:path w="1732280" h="781050">
                  <a:moveTo>
                    <a:pt x="1627505" y="780985"/>
                  </a:moveTo>
                  <a:lnTo>
                    <a:pt x="104219" y="780985"/>
                  </a:lnTo>
                  <a:lnTo>
                    <a:pt x="63652" y="772795"/>
                  </a:lnTo>
                  <a:lnTo>
                    <a:pt x="30525" y="750460"/>
                  </a:lnTo>
                  <a:lnTo>
                    <a:pt x="8190" y="717332"/>
                  </a:lnTo>
                  <a:lnTo>
                    <a:pt x="0" y="676765"/>
                  </a:lnTo>
                  <a:lnTo>
                    <a:pt x="0" y="104219"/>
                  </a:lnTo>
                  <a:lnTo>
                    <a:pt x="8190" y="63652"/>
                  </a:lnTo>
                  <a:lnTo>
                    <a:pt x="30525" y="30525"/>
                  </a:lnTo>
                  <a:lnTo>
                    <a:pt x="63652" y="8190"/>
                  </a:lnTo>
                  <a:lnTo>
                    <a:pt x="104219" y="0"/>
                  </a:lnTo>
                  <a:lnTo>
                    <a:pt x="1627505" y="0"/>
                  </a:lnTo>
                  <a:lnTo>
                    <a:pt x="1668072" y="8190"/>
                  </a:lnTo>
                  <a:lnTo>
                    <a:pt x="1701199" y="30525"/>
                  </a:lnTo>
                  <a:lnTo>
                    <a:pt x="1723535" y="63652"/>
                  </a:lnTo>
                  <a:lnTo>
                    <a:pt x="1731725" y="104219"/>
                  </a:lnTo>
                  <a:lnTo>
                    <a:pt x="1731725" y="676765"/>
                  </a:lnTo>
                  <a:lnTo>
                    <a:pt x="1723535" y="717332"/>
                  </a:lnTo>
                  <a:lnTo>
                    <a:pt x="1701199" y="750460"/>
                  </a:lnTo>
                  <a:lnTo>
                    <a:pt x="1668072" y="772795"/>
                  </a:lnTo>
                  <a:lnTo>
                    <a:pt x="1627505" y="780985"/>
                  </a:lnTo>
                  <a:close/>
                </a:path>
              </a:pathLst>
            </a:custGeom>
            <a:solidFill>
              <a:srgbClr val="FFE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406800" y="8860508"/>
              <a:ext cx="1535430" cy="619125"/>
            </a:xfrm>
            <a:custGeom>
              <a:avLst/>
              <a:gdLst/>
              <a:ahLst/>
              <a:cxnLst/>
              <a:rect l="l" t="t" r="r" b="b"/>
              <a:pathLst>
                <a:path w="1535430" h="619125">
                  <a:moveTo>
                    <a:pt x="1535185" y="618812"/>
                  </a:moveTo>
                  <a:lnTo>
                    <a:pt x="0" y="618812"/>
                  </a:lnTo>
                  <a:lnTo>
                    <a:pt x="0" y="0"/>
                  </a:lnTo>
                  <a:lnTo>
                    <a:pt x="1535185" y="0"/>
                  </a:lnTo>
                  <a:lnTo>
                    <a:pt x="1535185" y="618812"/>
                  </a:lnTo>
                  <a:close/>
                </a:path>
              </a:pathLst>
            </a:custGeom>
            <a:solidFill>
              <a:srgbClr val="526D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406800" y="8985598"/>
              <a:ext cx="1535430" cy="0"/>
            </a:xfrm>
            <a:custGeom>
              <a:avLst/>
              <a:gdLst/>
              <a:ahLst/>
              <a:cxnLst/>
              <a:rect l="l" t="t" r="r" b="b"/>
              <a:pathLst>
                <a:path w="1535430">
                  <a:moveTo>
                    <a:pt x="0" y="0"/>
                  </a:moveTo>
                  <a:lnTo>
                    <a:pt x="239872" y="0"/>
                  </a:lnTo>
                  <a:lnTo>
                    <a:pt x="767592" y="0"/>
                  </a:lnTo>
                  <a:lnTo>
                    <a:pt x="1295313" y="0"/>
                  </a:lnTo>
                  <a:lnTo>
                    <a:pt x="1535185" y="0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06800" y="9111167"/>
              <a:ext cx="1535430" cy="0"/>
            </a:xfrm>
            <a:custGeom>
              <a:avLst/>
              <a:gdLst/>
              <a:ahLst/>
              <a:cxnLst/>
              <a:rect l="l" t="t" r="r" b="b"/>
              <a:pathLst>
                <a:path w="1535430">
                  <a:moveTo>
                    <a:pt x="0" y="0"/>
                  </a:moveTo>
                  <a:lnTo>
                    <a:pt x="239872" y="0"/>
                  </a:lnTo>
                  <a:lnTo>
                    <a:pt x="767592" y="0"/>
                  </a:lnTo>
                  <a:lnTo>
                    <a:pt x="1295313" y="0"/>
                  </a:lnTo>
                  <a:lnTo>
                    <a:pt x="1535185" y="0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406799" y="9238546"/>
              <a:ext cx="1535430" cy="0"/>
            </a:xfrm>
            <a:custGeom>
              <a:avLst/>
              <a:gdLst/>
              <a:ahLst/>
              <a:cxnLst/>
              <a:rect l="l" t="t" r="r" b="b"/>
              <a:pathLst>
                <a:path w="1535430">
                  <a:moveTo>
                    <a:pt x="0" y="0"/>
                  </a:moveTo>
                  <a:lnTo>
                    <a:pt x="239851" y="0"/>
                  </a:lnTo>
                  <a:lnTo>
                    <a:pt x="767524" y="0"/>
                  </a:lnTo>
                  <a:lnTo>
                    <a:pt x="1295197" y="0"/>
                  </a:lnTo>
                  <a:lnTo>
                    <a:pt x="1535049" y="0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06800" y="9362992"/>
              <a:ext cx="1535430" cy="0"/>
            </a:xfrm>
            <a:custGeom>
              <a:avLst/>
              <a:gdLst/>
              <a:ahLst/>
              <a:cxnLst/>
              <a:rect l="l" t="t" r="r" b="b"/>
              <a:pathLst>
                <a:path w="1535430">
                  <a:moveTo>
                    <a:pt x="0" y="0"/>
                  </a:moveTo>
                  <a:lnTo>
                    <a:pt x="239872" y="0"/>
                  </a:lnTo>
                  <a:lnTo>
                    <a:pt x="767592" y="0"/>
                  </a:lnTo>
                  <a:lnTo>
                    <a:pt x="1295313" y="0"/>
                  </a:lnTo>
                  <a:lnTo>
                    <a:pt x="1535185" y="0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542970" y="8861166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h="121920">
                  <a:moveTo>
                    <a:pt x="0" y="0"/>
                  </a:moveTo>
                  <a:lnTo>
                    <a:pt x="0" y="19027"/>
                  </a:lnTo>
                  <a:lnTo>
                    <a:pt x="0" y="60887"/>
                  </a:lnTo>
                  <a:lnTo>
                    <a:pt x="0" y="102747"/>
                  </a:lnTo>
                  <a:lnTo>
                    <a:pt x="0" y="121775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602153" y="8985598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5">
                  <a:moveTo>
                    <a:pt x="0" y="0"/>
                  </a:moveTo>
                  <a:lnTo>
                    <a:pt x="0" y="18670"/>
                  </a:lnTo>
                  <a:lnTo>
                    <a:pt x="0" y="59746"/>
                  </a:lnTo>
                  <a:lnTo>
                    <a:pt x="0" y="100822"/>
                  </a:lnTo>
                  <a:lnTo>
                    <a:pt x="0" y="119493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648156" y="9112750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0"/>
                  </a:moveTo>
                  <a:lnTo>
                    <a:pt x="0" y="18004"/>
                  </a:lnTo>
                  <a:lnTo>
                    <a:pt x="0" y="57612"/>
                  </a:lnTo>
                  <a:lnTo>
                    <a:pt x="0" y="97221"/>
                  </a:lnTo>
                  <a:lnTo>
                    <a:pt x="0" y="115225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721970" y="9238549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0"/>
                  </a:moveTo>
                  <a:lnTo>
                    <a:pt x="0" y="18004"/>
                  </a:lnTo>
                  <a:lnTo>
                    <a:pt x="0" y="57612"/>
                  </a:lnTo>
                  <a:lnTo>
                    <a:pt x="0" y="97221"/>
                  </a:lnTo>
                  <a:lnTo>
                    <a:pt x="0" y="115225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526198" y="9362992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5">
                  <a:moveTo>
                    <a:pt x="0" y="0"/>
                  </a:moveTo>
                  <a:lnTo>
                    <a:pt x="0" y="18670"/>
                  </a:lnTo>
                  <a:lnTo>
                    <a:pt x="0" y="59746"/>
                  </a:lnTo>
                  <a:lnTo>
                    <a:pt x="0" y="100822"/>
                  </a:lnTo>
                  <a:lnTo>
                    <a:pt x="0" y="119493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648156" y="9362992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0"/>
                  </a:moveTo>
                  <a:lnTo>
                    <a:pt x="0" y="18004"/>
                  </a:lnTo>
                  <a:lnTo>
                    <a:pt x="0" y="57612"/>
                  </a:lnTo>
                  <a:lnTo>
                    <a:pt x="0" y="97221"/>
                  </a:lnTo>
                  <a:lnTo>
                    <a:pt x="0" y="115225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687463" y="9121682"/>
              <a:ext cx="0" cy="126364"/>
            </a:xfrm>
            <a:custGeom>
              <a:avLst/>
              <a:gdLst/>
              <a:ahLst/>
              <a:cxnLst/>
              <a:rect l="l" t="t" r="r" b="b"/>
              <a:pathLst>
                <a:path h="126365">
                  <a:moveTo>
                    <a:pt x="0" y="0"/>
                  </a:moveTo>
                  <a:lnTo>
                    <a:pt x="0" y="19671"/>
                  </a:lnTo>
                  <a:lnTo>
                    <a:pt x="0" y="62948"/>
                  </a:lnTo>
                  <a:lnTo>
                    <a:pt x="0" y="106226"/>
                  </a:lnTo>
                  <a:lnTo>
                    <a:pt x="0" y="125897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748292" y="8995507"/>
              <a:ext cx="0" cy="109220"/>
            </a:xfrm>
            <a:custGeom>
              <a:avLst/>
              <a:gdLst/>
              <a:ahLst/>
              <a:cxnLst/>
              <a:rect l="l" t="t" r="r" b="b"/>
              <a:pathLst>
                <a:path h="109220">
                  <a:moveTo>
                    <a:pt x="0" y="0"/>
                  </a:moveTo>
                  <a:lnTo>
                    <a:pt x="0" y="17004"/>
                  </a:lnTo>
                  <a:lnTo>
                    <a:pt x="0" y="54412"/>
                  </a:lnTo>
                  <a:lnTo>
                    <a:pt x="0" y="91821"/>
                  </a:lnTo>
                  <a:lnTo>
                    <a:pt x="0" y="108825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694214" y="8861106"/>
              <a:ext cx="0" cy="114935"/>
            </a:xfrm>
            <a:custGeom>
              <a:avLst/>
              <a:gdLst/>
              <a:ahLst/>
              <a:cxnLst/>
              <a:rect l="l" t="t" r="r" b="b"/>
              <a:pathLst>
                <a:path h="114934">
                  <a:moveTo>
                    <a:pt x="0" y="0"/>
                  </a:moveTo>
                  <a:lnTo>
                    <a:pt x="0" y="17903"/>
                  </a:lnTo>
                  <a:lnTo>
                    <a:pt x="0" y="57292"/>
                  </a:lnTo>
                  <a:lnTo>
                    <a:pt x="0" y="96680"/>
                  </a:lnTo>
                  <a:lnTo>
                    <a:pt x="0" y="114584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634352" y="9245402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5">
                  <a:moveTo>
                    <a:pt x="0" y="0"/>
                  </a:moveTo>
                  <a:lnTo>
                    <a:pt x="0" y="18670"/>
                  </a:lnTo>
                  <a:lnTo>
                    <a:pt x="0" y="59746"/>
                  </a:lnTo>
                  <a:lnTo>
                    <a:pt x="0" y="100822"/>
                  </a:lnTo>
                  <a:lnTo>
                    <a:pt x="0" y="119493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789041" y="9364544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0"/>
                  </a:moveTo>
                  <a:lnTo>
                    <a:pt x="0" y="18004"/>
                  </a:lnTo>
                  <a:lnTo>
                    <a:pt x="0" y="57612"/>
                  </a:lnTo>
                  <a:lnTo>
                    <a:pt x="0" y="97221"/>
                  </a:lnTo>
                  <a:lnTo>
                    <a:pt x="0" y="115225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497671" y="9364544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h="111125">
                  <a:moveTo>
                    <a:pt x="0" y="0"/>
                  </a:moveTo>
                  <a:lnTo>
                    <a:pt x="0" y="17337"/>
                  </a:lnTo>
                  <a:lnTo>
                    <a:pt x="0" y="55478"/>
                  </a:lnTo>
                  <a:lnTo>
                    <a:pt x="0" y="93620"/>
                  </a:lnTo>
                  <a:lnTo>
                    <a:pt x="0" y="110957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603038" y="9364544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h="111125">
                  <a:moveTo>
                    <a:pt x="0" y="0"/>
                  </a:moveTo>
                  <a:lnTo>
                    <a:pt x="0" y="17337"/>
                  </a:lnTo>
                  <a:lnTo>
                    <a:pt x="0" y="55478"/>
                  </a:lnTo>
                  <a:lnTo>
                    <a:pt x="0" y="93620"/>
                  </a:lnTo>
                  <a:lnTo>
                    <a:pt x="0" y="110957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712225" y="9362992"/>
              <a:ext cx="0" cy="116839"/>
            </a:xfrm>
            <a:custGeom>
              <a:avLst/>
              <a:gdLst/>
              <a:ahLst/>
              <a:cxnLst/>
              <a:rect l="l" t="t" r="r" b="b"/>
              <a:pathLst>
                <a:path h="116840">
                  <a:moveTo>
                    <a:pt x="0" y="0"/>
                  </a:moveTo>
                  <a:lnTo>
                    <a:pt x="0" y="18176"/>
                  </a:lnTo>
                  <a:lnTo>
                    <a:pt x="0" y="58165"/>
                  </a:lnTo>
                  <a:lnTo>
                    <a:pt x="0" y="98153"/>
                  </a:lnTo>
                  <a:lnTo>
                    <a:pt x="0" y="116330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822506" y="9364544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5">
                  <a:moveTo>
                    <a:pt x="0" y="0"/>
                  </a:moveTo>
                  <a:lnTo>
                    <a:pt x="0" y="18670"/>
                  </a:lnTo>
                  <a:lnTo>
                    <a:pt x="0" y="59746"/>
                  </a:lnTo>
                  <a:lnTo>
                    <a:pt x="0" y="100822"/>
                  </a:lnTo>
                  <a:lnTo>
                    <a:pt x="0" y="119493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847569" y="9247580"/>
              <a:ext cx="0" cy="117475"/>
            </a:xfrm>
            <a:custGeom>
              <a:avLst/>
              <a:gdLst/>
              <a:ahLst/>
              <a:cxnLst/>
              <a:rect l="l" t="t" r="r" b="b"/>
              <a:pathLst>
                <a:path h="117475">
                  <a:moveTo>
                    <a:pt x="0" y="0"/>
                  </a:moveTo>
                  <a:lnTo>
                    <a:pt x="0" y="18275"/>
                  </a:lnTo>
                  <a:lnTo>
                    <a:pt x="0" y="58480"/>
                  </a:lnTo>
                  <a:lnTo>
                    <a:pt x="0" y="98686"/>
                  </a:lnTo>
                  <a:lnTo>
                    <a:pt x="0" y="116961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960516" y="9247580"/>
              <a:ext cx="0" cy="113664"/>
            </a:xfrm>
            <a:custGeom>
              <a:avLst/>
              <a:gdLst/>
              <a:ahLst/>
              <a:cxnLst/>
              <a:rect l="l" t="t" r="r" b="b"/>
              <a:pathLst>
                <a:path h="113665">
                  <a:moveTo>
                    <a:pt x="0" y="0"/>
                  </a:moveTo>
                  <a:lnTo>
                    <a:pt x="0" y="17670"/>
                  </a:lnTo>
                  <a:lnTo>
                    <a:pt x="0" y="56546"/>
                  </a:lnTo>
                  <a:lnTo>
                    <a:pt x="0" y="95423"/>
                  </a:lnTo>
                  <a:lnTo>
                    <a:pt x="0" y="113093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070348" y="9238546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h="121920">
                  <a:moveTo>
                    <a:pt x="0" y="0"/>
                  </a:moveTo>
                  <a:lnTo>
                    <a:pt x="0" y="19004"/>
                  </a:lnTo>
                  <a:lnTo>
                    <a:pt x="0" y="60814"/>
                  </a:lnTo>
                  <a:lnTo>
                    <a:pt x="0" y="102625"/>
                  </a:lnTo>
                  <a:lnTo>
                    <a:pt x="0" y="121629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195258" y="9238548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5">
                  <a:moveTo>
                    <a:pt x="0" y="0"/>
                  </a:moveTo>
                  <a:lnTo>
                    <a:pt x="0" y="18670"/>
                  </a:lnTo>
                  <a:lnTo>
                    <a:pt x="0" y="59746"/>
                  </a:lnTo>
                  <a:lnTo>
                    <a:pt x="0" y="100822"/>
                  </a:lnTo>
                  <a:lnTo>
                    <a:pt x="0" y="119493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307247" y="9247580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0"/>
                  </a:moveTo>
                  <a:lnTo>
                    <a:pt x="0" y="18004"/>
                  </a:lnTo>
                  <a:lnTo>
                    <a:pt x="0" y="57612"/>
                  </a:lnTo>
                  <a:lnTo>
                    <a:pt x="0" y="97221"/>
                  </a:lnTo>
                  <a:lnTo>
                    <a:pt x="0" y="115225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424619" y="9238546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h="121920">
                  <a:moveTo>
                    <a:pt x="0" y="0"/>
                  </a:moveTo>
                  <a:lnTo>
                    <a:pt x="0" y="19004"/>
                  </a:lnTo>
                  <a:lnTo>
                    <a:pt x="0" y="60814"/>
                  </a:lnTo>
                  <a:lnTo>
                    <a:pt x="0" y="102625"/>
                  </a:lnTo>
                  <a:lnTo>
                    <a:pt x="0" y="121629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534875" y="9247580"/>
              <a:ext cx="0" cy="106680"/>
            </a:xfrm>
            <a:custGeom>
              <a:avLst/>
              <a:gdLst/>
              <a:ahLst/>
              <a:cxnLst/>
              <a:rect l="l" t="t" r="r" b="b"/>
              <a:pathLst>
                <a:path h="106679">
                  <a:moveTo>
                    <a:pt x="0" y="0"/>
                  </a:moveTo>
                  <a:lnTo>
                    <a:pt x="0" y="16592"/>
                  </a:lnTo>
                  <a:lnTo>
                    <a:pt x="0" y="53097"/>
                  </a:lnTo>
                  <a:lnTo>
                    <a:pt x="0" y="89601"/>
                  </a:lnTo>
                  <a:lnTo>
                    <a:pt x="0" y="106194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764664" y="9117166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0"/>
                  </a:moveTo>
                  <a:lnTo>
                    <a:pt x="0" y="18004"/>
                  </a:lnTo>
                  <a:lnTo>
                    <a:pt x="0" y="57612"/>
                  </a:lnTo>
                  <a:lnTo>
                    <a:pt x="0" y="97221"/>
                  </a:lnTo>
                  <a:lnTo>
                    <a:pt x="0" y="115225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6892450" y="9116298"/>
              <a:ext cx="0" cy="117475"/>
            </a:xfrm>
            <a:custGeom>
              <a:avLst/>
              <a:gdLst/>
              <a:ahLst/>
              <a:cxnLst/>
              <a:rect l="l" t="t" r="r" b="b"/>
              <a:pathLst>
                <a:path h="117475">
                  <a:moveTo>
                    <a:pt x="0" y="0"/>
                  </a:moveTo>
                  <a:lnTo>
                    <a:pt x="0" y="18275"/>
                  </a:lnTo>
                  <a:lnTo>
                    <a:pt x="0" y="58480"/>
                  </a:lnTo>
                  <a:lnTo>
                    <a:pt x="0" y="98686"/>
                  </a:lnTo>
                  <a:lnTo>
                    <a:pt x="0" y="116961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001654" y="9121434"/>
              <a:ext cx="0" cy="113664"/>
            </a:xfrm>
            <a:custGeom>
              <a:avLst/>
              <a:gdLst/>
              <a:ahLst/>
              <a:cxnLst/>
              <a:rect l="l" t="t" r="r" b="b"/>
              <a:pathLst>
                <a:path h="113665">
                  <a:moveTo>
                    <a:pt x="0" y="0"/>
                  </a:moveTo>
                  <a:lnTo>
                    <a:pt x="0" y="17670"/>
                  </a:lnTo>
                  <a:lnTo>
                    <a:pt x="0" y="56546"/>
                  </a:lnTo>
                  <a:lnTo>
                    <a:pt x="0" y="95423"/>
                  </a:lnTo>
                  <a:lnTo>
                    <a:pt x="0" y="113093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7113044" y="9117166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h="121920">
                  <a:moveTo>
                    <a:pt x="0" y="0"/>
                  </a:moveTo>
                  <a:lnTo>
                    <a:pt x="0" y="19004"/>
                  </a:lnTo>
                  <a:lnTo>
                    <a:pt x="0" y="60814"/>
                  </a:lnTo>
                  <a:lnTo>
                    <a:pt x="0" y="102625"/>
                  </a:lnTo>
                  <a:lnTo>
                    <a:pt x="0" y="121629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237953" y="9117166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5">
                  <a:moveTo>
                    <a:pt x="0" y="0"/>
                  </a:moveTo>
                  <a:lnTo>
                    <a:pt x="0" y="18670"/>
                  </a:lnTo>
                  <a:lnTo>
                    <a:pt x="0" y="59746"/>
                  </a:lnTo>
                  <a:lnTo>
                    <a:pt x="0" y="100822"/>
                  </a:lnTo>
                  <a:lnTo>
                    <a:pt x="0" y="119493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352634" y="9118034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0"/>
                  </a:moveTo>
                  <a:lnTo>
                    <a:pt x="0" y="18004"/>
                  </a:lnTo>
                  <a:lnTo>
                    <a:pt x="0" y="57612"/>
                  </a:lnTo>
                  <a:lnTo>
                    <a:pt x="0" y="97221"/>
                  </a:lnTo>
                  <a:lnTo>
                    <a:pt x="0" y="115225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7467313" y="9117166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h="121920">
                  <a:moveTo>
                    <a:pt x="0" y="0"/>
                  </a:moveTo>
                  <a:lnTo>
                    <a:pt x="0" y="19004"/>
                  </a:lnTo>
                  <a:lnTo>
                    <a:pt x="0" y="60814"/>
                  </a:lnTo>
                  <a:lnTo>
                    <a:pt x="0" y="102625"/>
                  </a:lnTo>
                  <a:lnTo>
                    <a:pt x="0" y="121629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7577390" y="9118971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h="111125">
                  <a:moveTo>
                    <a:pt x="0" y="0"/>
                  </a:moveTo>
                  <a:lnTo>
                    <a:pt x="0" y="17337"/>
                  </a:lnTo>
                  <a:lnTo>
                    <a:pt x="0" y="55478"/>
                  </a:lnTo>
                  <a:lnTo>
                    <a:pt x="0" y="93620"/>
                  </a:lnTo>
                  <a:lnTo>
                    <a:pt x="0" y="110957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6721970" y="8989539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0"/>
                  </a:moveTo>
                  <a:lnTo>
                    <a:pt x="0" y="18004"/>
                  </a:lnTo>
                  <a:lnTo>
                    <a:pt x="0" y="57612"/>
                  </a:lnTo>
                  <a:lnTo>
                    <a:pt x="0" y="97221"/>
                  </a:lnTo>
                  <a:lnTo>
                    <a:pt x="0" y="115225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6849754" y="8988671"/>
              <a:ext cx="0" cy="117475"/>
            </a:xfrm>
            <a:custGeom>
              <a:avLst/>
              <a:gdLst/>
              <a:ahLst/>
              <a:cxnLst/>
              <a:rect l="l" t="t" r="r" b="b"/>
              <a:pathLst>
                <a:path h="117475">
                  <a:moveTo>
                    <a:pt x="0" y="0"/>
                  </a:moveTo>
                  <a:lnTo>
                    <a:pt x="0" y="18275"/>
                  </a:lnTo>
                  <a:lnTo>
                    <a:pt x="0" y="58480"/>
                  </a:lnTo>
                  <a:lnTo>
                    <a:pt x="0" y="98686"/>
                  </a:lnTo>
                  <a:lnTo>
                    <a:pt x="0" y="116961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6958960" y="8993807"/>
              <a:ext cx="0" cy="113664"/>
            </a:xfrm>
            <a:custGeom>
              <a:avLst/>
              <a:gdLst/>
              <a:ahLst/>
              <a:cxnLst/>
              <a:rect l="l" t="t" r="r" b="b"/>
              <a:pathLst>
                <a:path h="113665">
                  <a:moveTo>
                    <a:pt x="0" y="0"/>
                  </a:moveTo>
                  <a:lnTo>
                    <a:pt x="0" y="17670"/>
                  </a:lnTo>
                  <a:lnTo>
                    <a:pt x="0" y="56546"/>
                  </a:lnTo>
                  <a:lnTo>
                    <a:pt x="0" y="95423"/>
                  </a:lnTo>
                  <a:lnTo>
                    <a:pt x="0" y="113093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7070348" y="8989539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h="121920">
                  <a:moveTo>
                    <a:pt x="0" y="0"/>
                  </a:moveTo>
                  <a:lnTo>
                    <a:pt x="0" y="19004"/>
                  </a:lnTo>
                  <a:lnTo>
                    <a:pt x="0" y="60814"/>
                  </a:lnTo>
                  <a:lnTo>
                    <a:pt x="0" y="102625"/>
                  </a:lnTo>
                  <a:lnTo>
                    <a:pt x="0" y="121629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7195258" y="8989540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5">
                  <a:moveTo>
                    <a:pt x="0" y="0"/>
                  </a:moveTo>
                  <a:lnTo>
                    <a:pt x="0" y="18670"/>
                  </a:lnTo>
                  <a:lnTo>
                    <a:pt x="0" y="59746"/>
                  </a:lnTo>
                  <a:lnTo>
                    <a:pt x="0" y="100822"/>
                  </a:lnTo>
                  <a:lnTo>
                    <a:pt x="0" y="119493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7309938" y="8990407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0"/>
                  </a:moveTo>
                  <a:lnTo>
                    <a:pt x="0" y="18004"/>
                  </a:lnTo>
                  <a:lnTo>
                    <a:pt x="0" y="57612"/>
                  </a:lnTo>
                  <a:lnTo>
                    <a:pt x="0" y="97221"/>
                  </a:lnTo>
                  <a:lnTo>
                    <a:pt x="0" y="115225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7424619" y="8989539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h="121920">
                  <a:moveTo>
                    <a:pt x="0" y="0"/>
                  </a:moveTo>
                  <a:lnTo>
                    <a:pt x="0" y="19004"/>
                  </a:lnTo>
                  <a:lnTo>
                    <a:pt x="0" y="60814"/>
                  </a:lnTo>
                  <a:lnTo>
                    <a:pt x="0" y="102625"/>
                  </a:lnTo>
                  <a:lnTo>
                    <a:pt x="0" y="121629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7534694" y="8991343"/>
              <a:ext cx="0" cy="111125"/>
            </a:xfrm>
            <a:custGeom>
              <a:avLst/>
              <a:gdLst/>
              <a:ahLst/>
              <a:cxnLst/>
              <a:rect l="l" t="t" r="r" b="b"/>
              <a:pathLst>
                <a:path h="111125">
                  <a:moveTo>
                    <a:pt x="0" y="0"/>
                  </a:moveTo>
                  <a:lnTo>
                    <a:pt x="0" y="17337"/>
                  </a:lnTo>
                  <a:lnTo>
                    <a:pt x="0" y="55478"/>
                  </a:lnTo>
                  <a:lnTo>
                    <a:pt x="0" y="93620"/>
                  </a:lnTo>
                  <a:lnTo>
                    <a:pt x="0" y="110957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7634352" y="8995507"/>
              <a:ext cx="0" cy="109220"/>
            </a:xfrm>
            <a:custGeom>
              <a:avLst/>
              <a:gdLst/>
              <a:ahLst/>
              <a:cxnLst/>
              <a:rect l="l" t="t" r="r" b="b"/>
              <a:pathLst>
                <a:path h="109220">
                  <a:moveTo>
                    <a:pt x="0" y="0"/>
                  </a:moveTo>
                  <a:lnTo>
                    <a:pt x="0" y="17004"/>
                  </a:lnTo>
                  <a:lnTo>
                    <a:pt x="0" y="54412"/>
                  </a:lnTo>
                  <a:lnTo>
                    <a:pt x="0" y="91821"/>
                  </a:lnTo>
                  <a:lnTo>
                    <a:pt x="0" y="108825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6669715" y="8861105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0"/>
                  </a:moveTo>
                  <a:lnTo>
                    <a:pt x="0" y="18004"/>
                  </a:lnTo>
                  <a:lnTo>
                    <a:pt x="0" y="57612"/>
                  </a:lnTo>
                  <a:lnTo>
                    <a:pt x="0" y="97221"/>
                  </a:lnTo>
                  <a:lnTo>
                    <a:pt x="0" y="115225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6800731" y="8861105"/>
              <a:ext cx="0" cy="117475"/>
            </a:xfrm>
            <a:custGeom>
              <a:avLst/>
              <a:gdLst/>
              <a:ahLst/>
              <a:cxnLst/>
              <a:rect l="l" t="t" r="r" b="b"/>
              <a:pathLst>
                <a:path h="117475">
                  <a:moveTo>
                    <a:pt x="0" y="0"/>
                  </a:moveTo>
                  <a:lnTo>
                    <a:pt x="0" y="18275"/>
                  </a:lnTo>
                  <a:lnTo>
                    <a:pt x="0" y="58480"/>
                  </a:lnTo>
                  <a:lnTo>
                    <a:pt x="0" y="98686"/>
                  </a:lnTo>
                  <a:lnTo>
                    <a:pt x="0" y="116961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6905569" y="8860687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5">
                  <a:moveTo>
                    <a:pt x="0" y="0"/>
                  </a:moveTo>
                  <a:lnTo>
                    <a:pt x="0" y="18722"/>
                  </a:lnTo>
                  <a:lnTo>
                    <a:pt x="0" y="59912"/>
                  </a:lnTo>
                  <a:lnTo>
                    <a:pt x="0" y="101102"/>
                  </a:lnTo>
                  <a:lnTo>
                    <a:pt x="0" y="119825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7016958" y="8860505"/>
              <a:ext cx="1270" cy="124460"/>
            </a:xfrm>
            <a:custGeom>
              <a:avLst/>
              <a:gdLst/>
              <a:ahLst/>
              <a:cxnLst/>
              <a:rect l="l" t="t" r="r" b="b"/>
              <a:pathLst>
                <a:path w="1269" h="124459">
                  <a:moveTo>
                    <a:pt x="1136" y="0"/>
                  </a:moveTo>
                  <a:lnTo>
                    <a:pt x="958" y="19417"/>
                  </a:lnTo>
                  <a:lnTo>
                    <a:pt x="568" y="62137"/>
                  </a:lnTo>
                  <a:lnTo>
                    <a:pt x="177" y="104857"/>
                  </a:lnTo>
                  <a:lnTo>
                    <a:pt x="0" y="124275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7141869" y="8861105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h="121920">
                  <a:moveTo>
                    <a:pt x="0" y="0"/>
                  </a:moveTo>
                  <a:lnTo>
                    <a:pt x="0" y="18990"/>
                  </a:lnTo>
                  <a:lnTo>
                    <a:pt x="0" y="60769"/>
                  </a:lnTo>
                  <a:lnTo>
                    <a:pt x="0" y="102548"/>
                  </a:lnTo>
                  <a:lnTo>
                    <a:pt x="0" y="121538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7256547" y="8860507"/>
              <a:ext cx="0" cy="129539"/>
            </a:xfrm>
            <a:custGeom>
              <a:avLst/>
              <a:gdLst/>
              <a:ahLst/>
              <a:cxnLst/>
              <a:rect l="l" t="t" r="r" b="b"/>
              <a:pathLst>
                <a:path h="129540">
                  <a:moveTo>
                    <a:pt x="0" y="0"/>
                  </a:moveTo>
                  <a:lnTo>
                    <a:pt x="0" y="20187"/>
                  </a:lnTo>
                  <a:lnTo>
                    <a:pt x="0" y="64598"/>
                  </a:lnTo>
                  <a:lnTo>
                    <a:pt x="0" y="109010"/>
                  </a:lnTo>
                  <a:lnTo>
                    <a:pt x="0" y="129197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7372364" y="8860880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h="121920">
                  <a:moveTo>
                    <a:pt x="0" y="0"/>
                  </a:moveTo>
                  <a:lnTo>
                    <a:pt x="0" y="19004"/>
                  </a:lnTo>
                  <a:lnTo>
                    <a:pt x="0" y="60814"/>
                  </a:lnTo>
                  <a:lnTo>
                    <a:pt x="0" y="102625"/>
                  </a:lnTo>
                  <a:lnTo>
                    <a:pt x="0" y="121629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7481304" y="8860881"/>
              <a:ext cx="0" cy="115570"/>
            </a:xfrm>
            <a:custGeom>
              <a:avLst/>
              <a:gdLst/>
              <a:ahLst/>
              <a:cxnLst/>
              <a:rect l="l" t="t" r="r" b="b"/>
              <a:pathLst>
                <a:path h="115570">
                  <a:moveTo>
                    <a:pt x="0" y="0"/>
                  </a:moveTo>
                  <a:lnTo>
                    <a:pt x="0" y="17974"/>
                  </a:lnTo>
                  <a:lnTo>
                    <a:pt x="0" y="57517"/>
                  </a:lnTo>
                  <a:lnTo>
                    <a:pt x="0" y="97060"/>
                  </a:lnTo>
                  <a:lnTo>
                    <a:pt x="0" y="115034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7587216" y="8861105"/>
              <a:ext cx="635" cy="116205"/>
            </a:xfrm>
            <a:custGeom>
              <a:avLst/>
              <a:gdLst/>
              <a:ahLst/>
              <a:cxnLst/>
              <a:rect l="l" t="t" r="r" b="b"/>
              <a:pathLst>
                <a:path w="634" h="116204">
                  <a:moveTo>
                    <a:pt x="399" y="0"/>
                  </a:moveTo>
                  <a:lnTo>
                    <a:pt x="337" y="18089"/>
                  </a:lnTo>
                  <a:lnTo>
                    <a:pt x="199" y="57885"/>
                  </a:lnTo>
                  <a:lnTo>
                    <a:pt x="62" y="97681"/>
                  </a:lnTo>
                  <a:lnTo>
                    <a:pt x="0" y="115771"/>
                  </a:lnTo>
                </a:path>
              </a:pathLst>
            </a:custGeom>
            <a:ln w="20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16692322" y="8182901"/>
            <a:ext cx="988694" cy="658495"/>
            <a:chOff x="16692322" y="8182901"/>
            <a:chExt cx="988694" cy="658495"/>
          </a:xfrm>
        </p:grpSpPr>
        <p:sp>
          <p:nvSpPr>
            <p:cNvPr id="59" name="object 59"/>
            <p:cNvSpPr/>
            <p:nvPr/>
          </p:nvSpPr>
          <p:spPr>
            <a:xfrm>
              <a:off x="16692322" y="8182901"/>
              <a:ext cx="988694" cy="488315"/>
            </a:xfrm>
            <a:custGeom>
              <a:avLst/>
              <a:gdLst/>
              <a:ahLst/>
              <a:cxnLst/>
              <a:rect l="l" t="t" r="r" b="b"/>
              <a:pathLst>
                <a:path w="988694" h="488315">
                  <a:moveTo>
                    <a:pt x="988506" y="488178"/>
                  </a:moveTo>
                  <a:lnTo>
                    <a:pt x="0" y="488178"/>
                  </a:lnTo>
                  <a:lnTo>
                    <a:pt x="0" y="0"/>
                  </a:lnTo>
                  <a:lnTo>
                    <a:pt x="988506" y="0"/>
                  </a:lnTo>
                  <a:lnTo>
                    <a:pt x="988506" y="4881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6803762" y="8234780"/>
              <a:ext cx="375285" cy="0"/>
            </a:xfrm>
            <a:custGeom>
              <a:avLst/>
              <a:gdLst/>
              <a:ahLst/>
              <a:cxnLst/>
              <a:rect l="l" t="t" r="r" b="b"/>
              <a:pathLst>
                <a:path w="375284">
                  <a:moveTo>
                    <a:pt x="0" y="0"/>
                  </a:moveTo>
                  <a:lnTo>
                    <a:pt x="58547" y="0"/>
                  </a:lnTo>
                  <a:lnTo>
                    <a:pt x="187353" y="0"/>
                  </a:lnTo>
                  <a:lnTo>
                    <a:pt x="316159" y="0"/>
                  </a:lnTo>
                  <a:lnTo>
                    <a:pt x="374707" y="0"/>
                  </a:lnTo>
                </a:path>
              </a:pathLst>
            </a:custGeom>
            <a:ln w="20453">
              <a:solidFill>
                <a:srgbClr val="006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6919351" y="8298868"/>
              <a:ext cx="334645" cy="0"/>
            </a:xfrm>
            <a:custGeom>
              <a:avLst/>
              <a:gdLst/>
              <a:ahLst/>
              <a:cxnLst/>
              <a:rect l="l" t="t" r="r" b="b"/>
              <a:pathLst>
                <a:path w="334644">
                  <a:moveTo>
                    <a:pt x="0" y="0"/>
                  </a:moveTo>
                  <a:lnTo>
                    <a:pt x="52238" y="0"/>
                  </a:lnTo>
                  <a:lnTo>
                    <a:pt x="167163" y="0"/>
                  </a:lnTo>
                  <a:lnTo>
                    <a:pt x="282088" y="0"/>
                  </a:lnTo>
                  <a:lnTo>
                    <a:pt x="334327" y="0"/>
                  </a:lnTo>
                </a:path>
              </a:pathLst>
            </a:custGeom>
            <a:ln w="20453">
              <a:solidFill>
                <a:srgbClr val="006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6802758" y="8358409"/>
              <a:ext cx="307340" cy="0"/>
            </a:xfrm>
            <a:custGeom>
              <a:avLst/>
              <a:gdLst/>
              <a:ahLst/>
              <a:cxnLst/>
              <a:rect l="l" t="t" r="r" b="b"/>
              <a:pathLst>
                <a:path w="307340">
                  <a:moveTo>
                    <a:pt x="0" y="0"/>
                  </a:moveTo>
                  <a:lnTo>
                    <a:pt x="47955" y="0"/>
                  </a:lnTo>
                  <a:lnTo>
                    <a:pt x="153457" y="0"/>
                  </a:lnTo>
                  <a:lnTo>
                    <a:pt x="258959" y="0"/>
                  </a:lnTo>
                  <a:lnTo>
                    <a:pt x="306915" y="0"/>
                  </a:lnTo>
                </a:path>
              </a:pathLst>
            </a:custGeom>
            <a:ln w="20453">
              <a:solidFill>
                <a:srgbClr val="006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6803760" y="8425933"/>
              <a:ext cx="474345" cy="0"/>
            </a:xfrm>
            <a:custGeom>
              <a:avLst/>
              <a:gdLst/>
              <a:ahLst/>
              <a:cxnLst/>
              <a:rect l="l" t="t" r="r" b="b"/>
              <a:pathLst>
                <a:path w="474344">
                  <a:moveTo>
                    <a:pt x="0" y="0"/>
                  </a:moveTo>
                  <a:lnTo>
                    <a:pt x="74113" y="0"/>
                  </a:lnTo>
                  <a:lnTo>
                    <a:pt x="237162" y="0"/>
                  </a:lnTo>
                  <a:lnTo>
                    <a:pt x="400211" y="0"/>
                  </a:lnTo>
                  <a:lnTo>
                    <a:pt x="474324" y="0"/>
                  </a:lnTo>
                </a:path>
              </a:pathLst>
            </a:custGeom>
            <a:ln w="20453">
              <a:solidFill>
                <a:srgbClr val="006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6883496" y="8493123"/>
              <a:ext cx="382905" cy="0"/>
            </a:xfrm>
            <a:custGeom>
              <a:avLst/>
              <a:gdLst/>
              <a:ahLst/>
              <a:cxnLst/>
              <a:rect l="l" t="t" r="r" b="b"/>
              <a:pathLst>
                <a:path w="382905">
                  <a:moveTo>
                    <a:pt x="0" y="0"/>
                  </a:moveTo>
                  <a:lnTo>
                    <a:pt x="59788" y="0"/>
                  </a:lnTo>
                  <a:lnTo>
                    <a:pt x="191323" y="0"/>
                  </a:lnTo>
                  <a:lnTo>
                    <a:pt x="322858" y="0"/>
                  </a:lnTo>
                  <a:lnTo>
                    <a:pt x="382647" y="0"/>
                  </a:lnTo>
                </a:path>
              </a:pathLst>
            </a:custGeom>
            <a:ln w="20453">
              <a:solidFill>
                <a:srgbClr val="006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6951273" y="8558355"/>
              <a:ext cx="454659" cy="0"/>
            </a:xfrm>
            <a:custGeom>
              <a:avLst/>
              <a:gdLst/>
              <a:ahLst/>
              <a:cxnLst/>
              <a:rect l="l" t="t" r="r" b="b"/>
              <a:pathLst>
                <a:path w="454659">
                  <a:moveTo>
                    <a:pt x="0" y="0"/>
                  </a:moveTo>
                  <a:lnTo>
                    <a:pt x="70999" y="0"/>
                  </a:lnTo>
                  <a:lnTo>
                    <a:pt x="227196" y="0"/>
                  </a:lnTo>
                  <a:lnTo>
                    <a:pt x="383394" y="0"/>
                  </a:lnTo>
                  <a:lnTo>
                    <a:pt x="454393" y="0"/>
                  </a:lnTo>
                </a:path>
              </a:pathLst>
            </a:custGeom>
            <a:ln w="20453">
              <a:solidFill>
                <a:srgbClr val="006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6812723" y="8623745"/>
              <a:ext cx="287020" cy="0"/>
            </a:xfrm>
            <a:custGeom>
              <a:avLst/>
              <a:gdLst/>
              <a:ahLst/>
              <a:cxnLst/>
              <a:rect l="l" t="t" r="r" b="b"/>
              <a:pathLst>
                <a:path w="287019">
                  <a:moveTo>
                    <a:pt x="0" y="0"/>
                  </a:moveTo>
                  <a:lnTo>
                    <a:pt x="44841" y="0"/>
                  </a:lnTo>
                  <a:lnTo>
                    <a:pt x="143492" y="0"/>
                  </a:lnTo>
                  <a:lnTo>
                    <a:pt x="242143" y="0"/>
                  </a:lnTo>
                  <a:lnTo>
                    <a:pt x="286984" y="0"/>
                  </a:lnTo>
                </a:path>
              </a:pathLst>
            </a:custGeom>
            <a:ln w="20453">
              <a:solidFill>
                <a:srgbClr val="006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6803762" y="8707482"/>
              <a:ext cx="375285" cy="0"/>
            </a:xfrm>
            <a:custGeom>
              <a:avLst/>
              <a:gdLst/>
              <a:ahLst/>
              <a:cxnLst/>
              <a:rect l="l" t="t" r="r" b="b"/>
              <a:pathLst>
                <a:path w="375284">
                  <a:moveTo>
                    <a:pt x="0" y="0"/>
                  </a:moveTo>
                  <a:lnTo>
                    <a:pt x="58547" y="0"/>
                  </a:lnTo>
                  <a:lnTo>
                    <a:pt x="187353" y="0"/>
                  </a:lnTo>
                  <a:lnTo>
                    <a:pt x="316159" y="0"/>
                  </a:lnTo>
                  <a:lnTo>
                    <a:pt x="374707" y="0"/>
                  </a:lnTo>
                </a:path>
              </a:pathLst>
            </a:custGeom>
            <a:ln w="20453">
              <a:solidFill>
                <a:srgbClr val="006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6919351" y="8771570"/>
              <a:ext cx="334645" cy="0"/>
            </a:xfrm>
            <a:custGeom>
              <a:avLst/>
              <a:gdLst/>
              <a:ahLst/>
              <a:cxnLst/>
              <a:rect l="l" t="t" r="r" b="b"/>
              <a:pathLst>
                <a:path w="334644">
                  <a:moveTo>
                    <a:pt x="0" y="0"/>
                  </a:moveTo>
                  <a:lnTo>
                    <a:pt x="52238" y="0"/>
                  </a:lnTo>
                  <a:lnTo>
                    <a:pt x="167163" y="0"/>
                  </a:lnTo>
                  <a:lnTo>
                    <a:pt x="282088" y="0"/>
                  </a:lnTo>
                  <a:lnTo>
                    <a:pt x="334327" y="0"/>
                  </a:lnTo>
                </a:path>
              </a:pathLst>
            </a:custGeom>
            <a:ln w="20453">
              <a:solidFill>
                <a:srgbClr val="006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6802758" y="8831111"/>
              <a:ext cx="307340" cy="0"/>
            </a:xfrm>
            <a:custGeom>
              <a:avLst/>
              <a:gdLst/>
              <a:ahLst/>
              <a:cxnLst/>
              <a:rect l="l" t="t" r="r" b="b"/>
              <a:pathLst>
                <a:path w="307340">
                  <a:moveTo>
                    <a:pt x="0" y="0"/>
                  </a:moveTo>
                  <a:lnTo>
                    <a:pt x="47955" y="0"/>
                  </a:lnTo>
                  <a:lnTo>
                    <a:pt x="153457" y="0"/>
                  </a:lnTo>
                  <a:lnTo>
                    <a:pt x="258959" y="0"/>
                  </a:lnTo>
                  <a:lnTo>
                    <a:pt x="306915" y="0"/>
                  </a:lnTo>
                </a:path>
              </a:pathLst>
            </a:custGeom>
            <a:ln w="20453">
              <a:solidFill>
                <a:srgbClr val="006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/>
          <p:nvPr/>
        </p:nvSpPr>
        <p:spPr>
          <a:xfrm>
            <a:off x="16803761" y="8898635"/>
            <a:ext cx="474345" cy="0"/>
          </a:xfrm>
          <a:custGeom>
            <a:avLst/>
            <a:gdLst/>
            <a:ahLst/>
            <a:cxnLst/>
            <a:rect l="l" t="t" r="r" b="b"/>
            <a:pathLst>
              <a:path w="474344">
                <a:moveTo>
                  <a:pt x="0" y="0"/>
                </a:moveTo>
                <a:lnTo>
                  <a:pt x="74113" y="0"/>
                </a:lnTo>
                <a:lnTo>
                  <a:pt x="237162" y="0"/>
                </a:lnTo>
                <a:lnTo>
                  <a:pt x="400211" y="0"/>
                </a:lnTo>
                <a:lnTo>
                  <a:pt x="474324" y="0"/>
                </a:lnTo>
              </a:path>
            </a:pathLst>
          </a:custGeom>
          <a:ln w="20453">
            <a:solidFill>
              <a:srgbClr val="006E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6883496" y="8965824"/>
            <a:ext cx="382905" cy="0"/>
          </a:xfrm>
          <a:custGeom>
            <a:avLst/>
            <a:gdLst/>
            <a:ahLst/>
            <a:cxnLst/>
            <a:rect l="l" t="t" r="r" b="b"/>
            <a:pathLst>
              <a:path w="382905">
                <a:moveTo>
                  <a:pt x="0" y="0"/>
                </a:moveTo>
                <a:lnTo>
                  <a:pt x="59788" y="0"/>
                </a:lnTo>
                <a:lnTo>
                  <a:pt x="191323" y="0"/>
                </a:lnTo>
                <a:lnTo>
                  <a:pt x="322858" y="0"/>
                </a:lnTo>
                <a:lnTo>
                  <a:pt x="382647" y="0"/>
                </a:lnTo>
              </a:path>
            </a:pathLst>
          </a:custGeom>
          <a:ln w="20453">
            <a:solidFill>
              <a:srgbClr val="006E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6951273" y="9031058"/>
            <a:ext cx="454659" cy="0"/>
          </a:xfrm>
          <a:custGeom>
            <a:avLst/>
            <a:gdLst/>
            <a:ahLst/>
            <a:cxnLst/>
            <a:rect l="l" t="t" r="r" b="b"/>
            <a:pathLst>
              <a:path w="454659">
                <a:moveTo>
                  <a:pt x="0" y="0"/>
                </a:moveTo>
                <a:lnTo>
                  <a:pt x="70999" y="0"/>
                </a:lnTo>
                <a:lnTo>
                  <a:pt x="227196" y="0"/>
                </a:lnTo>
                <a:lnTo>
                  <a:pt x="383394" y="0"/>
                </a:lnTo>
                <a:lnTo>
                  <a:pt x="454393" y="0"/>
                </a:lnTo>
              </a:path>
            </a:pathLst>
          </a:custGeom>
          <a:ln w="20453">
            <a:solidFill>
              <a:srgbClr val="006E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6812724" y="9096447"/>
            <a:ext cx="287020" cy="0"/>
          </a:xfrm>
          <a:custGeom>
            <a:avLst/>
            <a:gdLst/>
            <a:ahLst/>
            <a:cxnLst/>
            <a:rect l="l" t="t" r="r" b="b"/>
            <a:pathLst>
              <a:path w="287019">
                <a:moveTo>
                  <a:pt x="0" y="0"/>
                </a:moveTo>
                <a:lnTo>
                  <a:pt x="44841" y="0"/>
                </a:lnTo>
                <a:lnTo>
                  <a:pt x="143492" y="0"/>
                </a:lnTo>
                <a:lnTo>
                  <a:pt x="242143" y="0"/>
                </a:lnTo>
                <a:lnTo>
                  <a:pt x="286984" y="0"/>
                </a:lnTo>
              </a:path>
            </a:pathLst>
          </a:custGeom>
          <a:ln w="20453">
            <a:solidFill>
              <a:srgbClr val="006E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4" name="object 74"/>
          <p:cNvGrpSpPr/>
          <p:nvPr/>
        </p:nvGrpSpPr>
        <p:grpSpPr>
          <a:xfrm>
            <a:off x="16802758" y="8224553"/>
            <a:ext cx="451484" cy="144145"/>
            <a:chOff x="16802758" y="8224553"/>
            <a:chExt cx="451484" cy="144145"/>
          </a:xfrm>
        </p:grpSpPr>
        <p:sp>
          <p:nvSpPr>
            <p:cNvPr id="75" name="object 75"/>
            <p:cNvSpPr/>
            <p:nvPr/>
          </p:nvSpPr>
          <p:spPr>
            <a:xfrm>
              <a:off x="16803763" y="8234780"/>
              <a:ext cx="375285" cy="0"/>
            </a:xfrm>
            <a:custGeom>
              <a:avLst/>
              <a:gdLst/>
              <a:ahLst/>
              <a:cxnLst/>
              <a:rect l="l" t="t" r="r" b="b"/>
              <a:pathLst>
                <a:path w="375284">
                  <a:moveTo>
                    <a:pt x="0" y="0"/>
                  </a:moveTo>
                  <a:lnTo>
                    <a:pt x="58547" y="0"/>
                  </a:lnTo>
                  <a:lnTo>
                    <a:pt x="187353" y="0"/>
                  </a:lnTo>
                  <a:lnTo>
                    <a:pt x="316159" y="0"/>
                  </a:lnTo>
                  <a:lnTo>
                    <a:pt x="374707" y="0"/>
                  </a:lnTo>
                </a:path>
              </a:pathLst>
            </a:custGeom>
            <a:ln w="20453">
              <a:solidFill>
                <a:srgbClr val="006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6919351" y="8298868"/>
              <a:ext cx="334645" cy="0"/>
            </a:xfrm>
            <a:custGeom>
              <a:avLst/>
              <a:gdLst/>
              <a:ahLst/>
              <a:cxnLst/>
              <a:rect l="l" t="t" r="r" b="b"/>
              <a:pathLst>
                <a:path w="334644">
                  <a:moveTo>
                    <a:pt x="0" y="0"/>
                  </a:moveTo>
                  <a:lnTo>
                    <a:pt x="52238" y="0"/>
                  </a:lnTo>
                  <a:lnTo>
                    <a:pt x="167163" y="0"/>
                  </a:lnTo>
                  <a:lnTo>
                    <a:pt x="282088" y="0"/>
                  </a:lnTo>
                  <a:lnTo>
                    <a:pt x="334327" y="0"/>
                  </a:lnTo>
                </a:path>
              </a:pathLst>
            </a:custGeom>
            <a:ln w="20453">
              <a:solidFill>
                <a:srgbClr val="006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6802758" y="8358409"/>
              <a:ext cx="307340" cy="0"/>
            </a:xfrm>
            <a:custGeom>
              <a:avLst/>
              <a:gdLst/>
              <a:ahLst/>
              <a:cxnLst/>
              <a:rect l="l" t="t" r="r" b="b"/>
              <a:pathLst>
                <a:path w="307340">
                  <a:moveTo>
                    <a:pt x="0" y="0"/>
                  </a:moveTo>
                  <a:lnTo>
                    <a:pt x="47955" y="0"/>
                  </a:lnTo>
                  <a:lnTo>
                    <a:pt x="153457" y="0"/>
                  </a:lnTo>
                  <a:lnTo>
                    <a:pt x="258959" y="0"/>
                  </a:lnTo>
                  <a:lnTo>
                    <a:pt x="306915" y="0"/>
                  </a:lnTo>
                </a:path>
              </a:pathLst>
            </a:custGeom>
            <a:ln w="20453">
              <a:solidFill>
                <a:srgbClr val="006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/>
          <p:nvPr/>
        </p:nvSpPr>
        <p:spPr>
          <a:xfrm>
            <a:off x="16803761" y="8425933"/>
            <a:ext cx="474345" cy="0"/>
          </a:xfrm>
          <a:custGeom>
            <a:avLst/>
            <a:gdLst/>
            <a:ahLst/>
            <a:cxnLst/>
            <a:rect l="l" t="t" r="r" b="b"/>
            <a:pathLst>
              <a:path w="474344">
                <a:moveTo>
                  <a:pt x="0" y="0"/>
                </a:moveTo>
                <a:lnTo>
                  <a:pt x="74113" y="0"/>
                </a:lnTo>
                <a:lnTo>
                  <a:pt x="237162" y="0"/>
                </a:lnTo>
                <a:lnTo>
                  <a:pt x="400211" y="0"/>
                </a:lnTo>
                <a:lnTo>
                  <a:pt x="474324" y="0"/>
                </a:lnTo>
              </a:path>
            </a:pathLst>
          </a:custGeom>
          <a:ln w="20453">
            <a:solidFill>
              <a:srgbClr val="006E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6883496" y="8493122"/>
            <a:ext cx="382905" cy="0"/>
          </a:xfrm>
          <a:custGeom>
            <a:avLst/>
            <a:gdLst/>
            <a:ahLst/>
            <a:cxnLst/>
            <a:rect l="l" t="t" r="r" b="b"/>
            <a:pathLst>
              <a:path w="382905">
                <a:moveTo>
                  <a:pt x="0" y="0"/>
                </a:moveTo>
                <a:lnTo>
                  <a:pt x="59788" y="0"/>
                </a:lnTo>
                <a:lnTo>
                  <a:pt x="191323" y="0"/>
                </a:lnTo>
                <a:lnTo>
                  <a:pt x="322858" y="0"/>
                </a:lnTo>
                <a:lnTo>
                  <a:pt x="382647" y="0"/>
                </a:lnTo>
              </a:path>
            </a:pathLst>
          </a:custGeom>
          <a:ln w="20453">
            <a:solidFill>
              <a:srgbClr val="006E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6951273" y="8558355"/>
            <a:ext cx="454659" cy="0"/>
          </a:xfrm>
          <a:custGeom>
            <a:avLst/>
            <a:gdLst/>
            <a:ahLst/>
            <a:cxnLst/>
            <a:rect l="l" t="t" r="r" b="b"/>
            <a:pathLst>
              <a:path w="454659">
                <a:moveTo>
                  <a:pt x="0" y="0"/>
                </a:moveTo>
                <a:lnTo>
                  <a:pt x="70999" y="0"/>
                </a:lnTo>
                <a:lnTo>
                  <a:pt x="227196" y="0"/>
                </a:lnTo>
                <a:lnTo>
                  <a:pt x="383394" y="0"/>
                </a:lnTo>
                <a:lnTo>
                  <a:pt x="454393" y="0"/>
                </a:lnTo>
              </a:path>
            </a:pathLst>
          </a:custGeom>
          <a:ln w="20453">
            <a:solidFill>
              <a:srgbClr val="006E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6812724" y="8623745"/>
            <a:ext cx="287020" cy="0"/>
          </a:xfrm>
          <a:custGeom>
            <a:avLst/>
            <a:gdLst/>
            <a:ahLst/>
            <a:cxnLst/>
            <a:rect l="l" t="t" r="r" b="b"/>
            <a:pathLst>
              <a:path w="287019">
                <a:moveTo>
                  <a:pt x="0" y="0"/>
                </a:moveTo>
                <a:lnTo>
                  <a:pt x="44841" y="0"/>
                </a:lnTo>
                <a:lnTo>
                  <a:pt x="143492" y="0"/>
                </a:lnTo>
                <a:lnTo>
                  <a:pt x="242143" y="0"/>
                </a:lnTo>
                <a:lnTo>
                  <a:pt x="286984" y="0"/>
                </a:lnTo>
              </a:path>
            </a:pathLst>
          </a:custGeom>
          <a:ln w="20453">
            <a:solidFill>
              <a:srgbClr val="006E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2" name="object 82"/>
          <p:cNvGrpSpPr/>
          <p:nvPr/>
        </p:nvGrpSpPr>
        <p:grpSpPr>
          <a:xfrm>
            <a:off x="16802758" y="8697255"/>
            <a:ext cx="451484" cy="144145"/>
            <a:chOff x="16802758" y="8697255"/>
            <a:chExt cx="451484" cy="144145"/>
          </a:xfrm>
        </p:grpSpPr>
        <p:sp>
          <p:nvSpPr>
            <p:cNvPr id="83" name="object 83"/>
            <p:cNvSpPr/>
            <p:nvPr/>
          </p:nvSpPr>
          <p:spPr>
            <a:xfrm>
              <a:off x="16803763" y="8707482"/>
              <a:ext cx="375285" cy="0"/>
            </a:xfrm>
            <a:custGeom>
              <a:avLst/>
              <a:gdLst/>
              <a:ahLst/>
              <a:cxnLst/>
              <a:rect l="l" t="t" r="r" b="b"/>
              <a:pathLst>
                <a:path w="375284">
                  <a:moveTo>
                    <a:pt x="0" y="0"/>
                  </a:moveTo>
                  <a:lnTo>
                    <a:pt x="58547" y="0"/>
                  </a:lnTo>
                  <a:lnTo>
                    <a:pt x="187353" y="0"/>
                  </a:lnTo>
                  <a:lnTo>
                    <a:pt x="316159" y="0"/>
                  </a:lnTo>
                  <a:lnTo>
                    <a:pt x="374707" y="0"/>
                  </a:lnTo>
                </a:path>
              </a:pathLst>
            </a:custGeom>
            <a:ln w="20453">
              <a:solidFill>
                <a:srgbClr val="006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6919351" y="8771570"/>
              <a:ext cx="334645" cy="0"/>
            </a:xfrm>
            <a:custGeom>
              <a:avLst/>
              <a:gdLst/>
              <a:ahLst/>
              <a:cxnLst/>
              <a:rect l="l" t="t" r="r" b="b"/>
              <a:pathLst>
                <a:path w="334644">
                  <a:moveTo>
                    <a:pt x="0" y="0"/>
                  </a:moveTo>
                  <a:lnTo>
                    <a:pt x="52238" y="0"/>
                  </a:lnTo>
                  <a:lnTo>
                    <a:pt x="167163" y="0"/>
                  </a:lnTo>
                  <a:lnTo>
                    <a:pt x="282088" y="0"/>
                  </a:lnTo>
                  <a:lnTo>
                    <a:pt x="334327" y="0"/>
                  </a:lnTo>
                </a:path>
              </a:pathLst>
            </a:custGeom>
            <a:ln w="20453">
              <a:solidFill>
                <a:srgbClr val="006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6802758" y="8831111"/>
              <a:ext cx="307340" cy="0"/>
            </a:xfrm>
            <a:custGeom>
              <a:avLst/>
              <a:gdLst/>
              <a:ahLst/>
              <a:cxnLst/>
              <a:rect l="l" t="t" r="r" b="b"/>
              <a:pathLst>
                <a:path w="307340">
                  <a:moveTo>
                    <a:pt x="0" y="0"/>
                  </a:moveTo>
                  <a:lnTo>
                    <a:pt x="47955" y="0"/>
                  </a:lnTo>
                  <a:lnTo>
                    <a:pt x="153457" y="0"/>
                  </a:lnTo>
                  <a:lnTo>
                    <a:pt x="258959" y="0"/>
                  </a:lnTo>
                  <a:lnTo>
                    <a:pt x="306915" y="0"/>
                  </a:lnTo>
                </a:path>
              </a:pathLst>
            </a:custGeom>
            <a:ln w="20453">
              <a:solidFill>
                <a:srgbClr val="006E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/>
          <p:nvPr/>
        </p:nvSpPr>
        <p:spPr>
          <a:xfrm>
            <a:off x="16803761" y="8898635"/>
            <a:ext cx="474345" cy="0"/>
          </a:xfrm>
          <a:custGeom>
            <a:avLst/>
            <a:gdLst/>
            <a:ahLst/>
            <a:cxnLst/>
            <a:rect l="l" t="t" r="r" b="b"/>
            <a:pathLst>
              <a:path w="474344">
                <a:moveTo>
                  <a:pt x="0" y="0"/>
                </a:moveTo>
                <a:lnTo>
                  <a:pt x="74113" y="0"/>
                </a:lnTo>
                <a:lnTo>
                  <a:pt x="237162" y="0"/>
                </a:lnTo>
                <a:lnTo>
                  <a:pt x="400211" y="0"/>
                </a:lnTo>
                <a:lnTo>
                  <a:pt x="474324" y="0"/>
                </a:lnTo>
              </a:path>
            </a:pathLst>
          </a:custGeom>
          <a:ln w="20453">
            <a:solidFill>
              <a:srgbClr val="006E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6883496" y="8965824"/>
            <a:ext cx="382905" cy="0"/>
          </a:xfrm>
          <a:custGeom>
            <a:avLst/>
            <a:gdLst/>
            <a:ahLst/>
            <a:cxnLst/>
            <a:rect l="l" t="t" r="r" b="b"/>
            <a:pathLst>
              <a:path w="382905">
                <a:moveTo>
                  <a:pt x="0" y="0"/>
                </a:moveTo>
                <a:lnTo>
                  <a:pt x="59788" y="0"/>
                </a:lnTo>
                <a:lnTo>
                  <a:pt x="191323" y="0"/>
                </a:lnTo>
                <a:lnTo>
                  <a:pt x="322858" y="0"/>
                </a:lnTo>
                <a:lnTo>
                  <a:pt x="382647" y="0"/>
                </a:lnTo>
              </a:path>
            </a:pathLst>
          </a:custGeom>
          <a:ln w="20453">
            <a:solidFill>
              <a:srgbClr val="006E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6951273" y="9031058"/>
            <a:ext cx="454659" cy="0"/>
          </a:xfrm>
          <a:custGeom>
            <a:avLst/>
            <a:gdLst/>
            <a:ahLst/>
            <a:cxnLst/>
            <a:rect l="l" t="t" r="r" b="b"/>
            <a:pathLst>
              <a:path w="454659">
                <a:moveTo>
                  <a:pt x="0" y="0"/>
                </a:moveTo>
                <a:lnTo>
                  <a:pt x="70999" y="0"/>
                </a:lnTo>
                <a:lnTo>
                  <a:pt x="227196" y="0"/>
                </a:lnTo>
                <a:lnTo>
                  <a:pt x="383394" y="0"/>
                </a:lnTo>
                <a:lnTo>
                  <a:pt x="454393" y="0"/>
                </a:lnTo>
              </a:path>
            </a:pathLst>
          </a:custGeom>
          <a:ln w="20453">
            <a:solidFill>
              <a:srgbClr val="006E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6812724" y="9096447"/>
            <a:ext cx="287020" cy="0"/>
          </a:xfrm>
          <a:custGeom>
            <a:avLst/>
            <a:gdLst/>
            <a:ahLst/>
            <a:cxnLst/>
            <a:rect l="l" t="t" r="r" b="b"/>
            <a:pathLst>
              <a:path w="287019">
                <a:moveTo>
                  <a:pt x="0" y="0"/>
                </a:moveTo>
                <a:lnTo>
                  <a:pt x="44841" y="0"/>
                </a:lnTo>
                <a:lnTo>
                  <a:pt x="143492" y="0"/>
                </a:lnTo>
                <a:lnTo>
                  <a:pt x="242143" y="0"/>
                </a:lnTo>
                <a:lnTo>
                  <a:pt x="286984" y="0"/>
                </a:lnTo>
              </a:path>
            </a:pathLst>
          </a:custGeom>
          <a:ln w="20453">
            <a:solidFill>
              <a:srgbClr val="006E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0" name="object 90"/>
          <p:cNvGrpSpPr/>
          <p:nvPr/>
        </p:nvGrpSpPr>
        <p:grpSpPr>
          <a:xfrm>
            <a:off x="17214966" y="8797698"/>
            <a:ext cx="646430" cy="1244600"/>
            <a:chOff x="17214966" y="8797698"/>
            <a:chExt cx="646430" cy="1244600"/>
          </a:xfrm>
        </p:grpSpPr>
        <p:sp>
          <p:nvSpPr>
            <p:cNvPr id="91" name="object 91"/>
            <p:cNvSpPr/>
            <p:nvPr/>
          </p:nvSpPr>
          <p:spPr>
            <a:xfrm>
              <a:off x="17214965" y="8797709"/>
              <a:ext cx="646430" cy="1244600"/>
            </a:xfrm>
            <a:custGeom>
              <a:avLst/>
              <a:gdLst/>
              <a:ahLst/>
              <a:cxnLst/>
              <a:rect l="l" t="t" r="r" b="b"/>
              <a:pathLst>
                <a:path w="646430" h="1244600">
                  <a:moveTo>
                    <a:pt x="646099" y="572147"/>
                  </a:moveTo>
                  <a:lnTo>
                    <a:pt x="645223" y="530047"/>
                  </a:lnTo>
                  <a:lnTo>
                    <a:pt x="640143" y="486371"/>
                  </a:lnTo>
                  <a:lnTo>
                    <a:pt x="636943" y="477329"/>
                  </a:lnTo>
                  <a:lnTo>
                    <a:pt x="635698" y="466813"/>
                  </a:lnTo>
                  <a:lnTo>
                    <a:pt x="631494" y="447268"/>
                  </a:lnTo>
                  <a:lnTo>
                    <a:pt x="624865" y="425018"/>
                  </a:lnTo>
                  <a:lnTo>
                    <a:pt x="614794" y="393166"/>
                  </a:lnTo>
                  <a:lnTo>
                    <a:pt x="600214" y="344817"/>
                  </a:lnTo>
                  <a:lnTo>
                    <a:pt x="579551" y="308686"/>
                  </a:lnTo>
                  <a:lnTo>
                    <a:pt x="543839" y="272884"/>
                  </a:lnTo>
                  <a:lnTo>
                    <a:pt x="503961" y="248526"/>
                  </a:lnTo>
                  <a:lnTo>
                    <a:pt x="491756" y="247865"/>
                  </a:lnTo>
                  <a:lnTo>
                    <a:pt x="485635" y="221107"/>
                  </a:lnTo>
                  <a:lnTo>
                    <a:pt x="470306" y="186283"/>
                  </a:lnTo>
                  <a:lnTo>
                    <a:pt x="440563" y="141770"/>
                  </a:lnTo>
                  <a:lnTo>
                    <a:pt x="405777" y="101028"/>
                  </a:lnTo>
                  <a:lnTo>
                    <a:pt x="405777" y="391261"/>
                  </a:lnTo>
                  <a:lnTo>
                    <a:pt x="405231" y="391248"/>
                  </a:lnTo>
                  <a:lnTo>
                    <a:pt x="404736" y="384860"/>
                  </a:lnTo>
                  <a:lnTo>
                    <a:pt x="405777" y="391261"/>
                  </a:lnTo>
                  <a:lnTo>
                    <a:pt x="405777" y="101028"/>
                  </a:lnTo>
                  <a:lnTo>
                    <a:pt x="403974" y="98907"/>
                  </a:lnTo>
                  <a:lnTo>
                    <a:pt x="368122" y="69088"/>
                  </a:lnTo>
                  <a:lnTo>
                    <a:pt x="340550" y="63639"/>
                  </a:lnTo>
                  <a:lnTo>
                    <a:pt x="321500" y="89941"/>
                  </a:lnTo>
                  <a:lnTo>
                    <a:pt x="328193" y="128257"/>
                  </a:lnTo>
                  <a:lnTo>
                    <a:pt x="348742" y="171958"/>
                  </a:lnTo>
                  <a:lnTo>
                    <a:pt x="371246" y="214414"/>
                  </a:lnTo>
                  <a:lnTo>
                    <a:pt x="383819" y="248996"/>
                  </a:lnTo>
                  <a:lnTo>
                    <a:pt x="390690" y="297116"/>
                  </a:lnTo>
                  <a:lnTo>
                    <a:pt x="398106" y="343941"/>
                  </a:lnTo>
                  <a:lnTo>
                    <a:pt x="388429" y="316687"/>
                  </a:lnTo>
                  <a:lnTo>
                    <a:pt x="370141" y="280454"/>
                  </a:lnTo>
                  <a:lnTo>
                    <a:pt x="347586" y="247472"/>
                  </a:lnTo>
                  <a:lnTo>
                    <a:pt x="315925" y="214477"/>
                  </a:lnTo>
                  <a:lnTo>
                    <a:pt x="300583" y="204457"/>
                  </a:lnTo>
                  <a:lnTo>
                    <a:pt x="300583" y="408279"/>
                  </a:lnTo>
                  <a:lnTo>
                    <a:pt x="287553" y="412813"/>
                  </a:lnTo>
                  <a:lnTo>
                    <a:pt x="286258" y="362661"/>
                  </a:lnTo>
                  <a:lnTo>
                    <a:pt x="284137" y="332587"/>
                  </a:lnTo>
                  <a:lnTo>
                    <a:pt x="295744" y="369849"/>
                  </a:lnTo>
                  <a:lnTo>
                    <a:pt x="300583" y="408279"/>
                  </a:lnTo>
                  <a:lnTo>
                    <a:pt x="300583" y="204457"/>
                  </a:lnTo>
                  <a:lnTo>
                    <a:pt x="281686" y="192100"/>
                  </a:lnTo>
                  <a:lnTo>
                    <a:pt x="266331" y="191554"/>
                  </a:lnTo>
                  <a:lnTo>
                    <a:pt x="260388" y="158115"/>
                  </a:lnTo>
                  <a:lnTo>
                    <a:pt x="249796" y="106032"/>
                  </a:lnTo>
                  <a:lnTo>
                    <a:pt x="240944" y="68580"/>
                  </a:lnTo>
                  <a:lnTo>
                    <a:pt x="227977" y="30060"/>
                  </a:lnTo>
                  <a:lnTo>
                    <a:pt x="187045" y="0"/>
                  </a:lnTo>
                  <a:lnTo>
                    <a:pt x="161112" y="28257"/>
                  </a:lnTo>
                  <a:lnTo>
                    <a:pt x="151409" y="71247"/>
                  </a:lnTo>
                  <a:lnTo>
                    <a:pt x="152374" y="120523"/>
                  </a:lnTo>
                  <a:lnTo>
                    <a:pt x="158483" y="167640"/>
                  </a:lnTo>
                  <a:lnTo>
                    <a:pt x="164172" y="204177"/>
                  </a:lnTo>
                  <a:lnTo>
                    <a:pt x="168643" y="247904"/>
                  </a:lnTo>
                  <a:lnTo>
                    <a:pt x="172935" y="303326"/>
                  </a:lnTo>
                  <a:lnTo>
                    <a:pt x="181330" y="425856"/>
                  </a:lnTo>
                  <a:lnTo>
                    <a:pt x="185610" y="481279"/>
                  </a:lnTo>
                  <a:lnTo>
                    <a:pt x="190080" y="525005"/>
                  </a:lnTo>
                  <a:lnTo>
                    <a:pt x="191147" y="526364"/>
                  </a:lnTo>
                  <a:lnTo>
                    <a:pt x="190169" y="530631"/>
                  </a:lnTo>
                  <a:lnTo>
                    <a:pt x="191109" y="580821"/>
                  </a:lnTo>
                  <a:lnTo>
                    <a:pt x="192316" y="594258"/>
                  </a:lnTo>
                  <a:lnTo>
                    <a:pt x="173647" y="564057"/>
                  </a:lnTo>
                  <a:lnTo>
                    <a:pt x="147637" y="520369"/>
                  </a:lnTo>
                  <a:lnTo>
                    <a:pt x="112141" y="475335"/>
                  </a:lnTo>
                  <a:lnTo>
                    <a:pt x="81470" y="450913"/>
                  </a:lnTo>
                  <a:lnTo>
                    <a:pt x="21564" y="431279"/>
                  </a:lnTo>
                  <a:lnTo>
                    <a:pt x="5041" y="439496"/>
                  </a:lnTo>
                  <a:lnTo>
                    <a:pt x="0" y="458419"/>
                  </a:lnTo>
                  <a:lnTo>
                    <a:pt x="5003" y="485648"/>
                  </a:lnTo>
                  <a:lnTo>
                    <a:pt x="21272" y="526161"/>
                  </a:lnTo>
                  <a:lnTo>
                    <a:pt x="49974" y="584911"/>
                  </a:lnTo>
                  <a:lnTo>
                    <a:pt x="89585" y="661250"/>
                  </a:lnTo>
                  <a:lnTo>
                    <a:pt x="112991" y="705916"/>
                  </a:lnTo>
                  <a:lnTo>
                    <a:pt x="159283" y="773849"/>
                  </a:lnTo>
                  <a:lnTo>
                    <a:pt x="204927" y="810780"/>
                  </a:lnTo>
                  <a:lnTo>
                    <a:pt x="256019" y="842327"/>
                  </a:lnTo>
                  <a:lnTo>
                    <a:pt x="292836" y="858558"/>
                  </a:lnTo>
                  <a:lnTo>
                    <a:pt x="309638" y="869238"/>
                  </a:lnTo>
                  <a:lnTo>
                    <a:pt x="308089" y="991781"/>
                  </a:lnTo>
                  <a:lnTo>
                    <a:pt x="304469" y="1133817"/>
                  </a:lnTo>
                  <a:lnTo>
                    <a:pt x="302539" y="1194536"/>
                  </a:lnTo>
                  <a:lnTo>
                    <a:pt x="313258" y="1203731"/>
                  </a:lnTo>
                  <a:lnTo>
                    <a:pt x="345211" y="1223187"/>
                  </a:lnTo>
                  <a:lnTo>
                    <a:pt x="398145" y="1240739"/>
                  </a:lnTo>
                  <a:lnTo>
                    <a:pt x="471754" y="1244219"/>
                  </a:lnTo>
                  <a:lnTo>
                    <a:pt x="544957" y="1229398"/>
                  </a:lnTo>
                  <a:lnTo>
                    <a:pt x="595693" y="1206792"/>
                  </a:lnTo>
                  <a:lnTo>
                    <a:pt x="625195" y="1186116"/>
                  </a:lnTo>
                  <a:lnTo>
                    <a:pt x="634758" y="1177074"/>
                  </a:lnTo>
                  <a:lnTo>
                    <a:pt x="619366" y="1125905"/>
                  </a:lnTo>
                  <a:lnTo>
                    <a:pt x="585711" y="1002944"/>
                  </a:lnTo>
                  <a:lnTo>
                    <a:pt x="555129" y="865479"/>
                  </a:lnTo>
                  <a:lnTo>
                    <a:pt x="568388" y="856437"/>
                  </a:lnTo>
                  <a:lnTo>
                    <a:pt x="584161" y="840879"/>
                  </a:lnTo>
                  <a:lnTo>
                    <a:pt x="608253" y="805281"/>
                  </a:lnTo>
                  <a:lnTo>
                    <a:pt x="634733" y="734212"/>
                  </a:lnTo>
                  <a:lnTo>
                    <a:pt x="643140" y="680770"/>
                  </a:lnTo>
                  <a:lnTo>
                    <a:pt x="645871" y="626554"/>
                  </a:lnTo>
                  <a:lnTo>
                    <a:pt x="646099" y="572147"/>
                  </a:lnTo>
                  <a:close/>
                </a:path>
              </a:pathLst>
            </a:custGeom>
            <a:solidFill>
              <a:srgbClr val="FDCC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7746072" y="9247718"/>
              <a:ext cx="3810" cy="46990"/>
            </a:xfrm>
            <a:custGeom>
              <a:avLst/>
              <a:gdLst/>
              <a:ahLst/>
              <a:cxnLst/>
              <a:rect l="l" t="t" r="r" b="b"/>
              <a:pathLst>
                <a:path w="3809" h="46990">
                  <a:moveTo>
                    <a:pt x="0" y="0"/>
                  </a:moveTo>
                  <a:lnTo>
                    <a:pt x="2594" y="12705"/>
                  </a:lnTo>
                  <a:lnTo>
                    <a:pt x="3755" y="24127"/>
                  </a:lnTo>
                  <a:lnTo>
                    <a:pt x="3654" y="35230"/>
                  </a:lnTo>
                  <a:lnTo>
                    <a:pt x="2461" y="46973"/>
                  </a:lnTo>
                </a:path>
              </a:pathLst>
            </a:custGeom>
            <a:ln w="128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7629816" y="9244021"/>
              <a:ext cx="3175" cy="46990"/>
            </a:xfrm>
            <a:custGeom>
              <a:avLst/>
              <a:gdLst/>
              <a:ahLst/>
              <a:cxnLst/>
              <a:rect l="l" t="t" r="r" b="b"/>
              <a:pathLst>
                <a:path w="3175" h="46990">
                  <a:moveTo>
                    <a:pt x="0" y="0"/>
                  </a:moveTo>
                  <a:lnTo>
                    <a:pt x="2113" y="14560"/>
                  </a:lnTo>
                  <a:lnTo>
                    <a:pt x="2858" y="25937"/>
                  </a:lnTo>
                  <a:lnTo>
                    <a:pt x="2790" y="36089"/>
                  </a:lnTo>
                  <a:lnTo>
                    <a:pt x="2461" y="46973"/>
                  </a:lnTo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7514947" y="9252230"/>
              <a:ext cx="4445" cy="46990"/>
            </a:xfrm>
            <a:custGeom>
              <a:avLst/>
              <a:gdLst/>
              <a:ahLst/>
              <a:cxnLst/>
              <a:rect l="l" t="t" r="r" b="b"/>
              <a:pathLst>
                <a:path w="4444" h="46990">
                  <a:moveTo>
                    <a:pt x="0" y="0"/>
                  </a:moveTo>
                  <a:lnTo>
                    <a:pt x="2720" y="12936"/>
                  </a:lnTo>
                  <a:lnTo>
                    <a:pt x="3866" y="24221"/>
                  </a:lnTo>
                  <a:lnTo>
                    <a:pt x="3694" y="35138"/>
                  </a:lnTo>
                  <a:lnTo>
                    <a:pt x="2461" y="46973"/>
                  </a:lnTo>
                </a:path>
              </a:pathLst>
            </a:custGeom>
            <a:ln w="118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5" name="object 95"/>
          <p:cNvGrpSpPr/>
          <p:nvPr/>
        </p:nvGrpSpPr>
        <p:grpSpPr>
          <a:xfrm>
            <a:off x="16501860" y="8828507"/>
            <a:ext cx="659765" cy="1149350"/>
            <a:chOff x="16501860" y="8828507"/>
            <a:chExt cx="659765" cy="1149350"/>
          </a:xfrm>
        </p:grpSpPr>
        <p:sp>
          <p:nvSpPr>
            <p:cNvPr id="96" name="object 96"/>
            <p:cNvSpPr/>
            <p:nvPr/>
          </p:nvSpPr>
          <p:spPr>
            <a:xfrm>
              <a:off x="16501860" y="8828518"/>
              <a:ext cx="659765" cy="1149350"/>
            </a:xfrm>
            <a:custGeom>
              <a:avLst/>
              <a:gdLst/>
              <a:ahLst/>
              <a:cxnLst/>
              <a:rect l="l" t="t" r="r" b="b"/>
              <a:pathLst>
                <a:path w="659765" h="1149350">
                  <a:moveTo>
                    <a:pt x="659447" y="380326"/>
                  </a:moveTo>
                  <a:lnTo>
                    <a:pt x="655066" y="361238"/>
                  </a:lnTo>
                  <a:lnTo>
                    <a:pt x="638835" y="352450"/>
                  </a:lnTo>
                  <a:lnTo>
                    <a:pt x="611111" y="355866"/>
                  </a:lnTo>
                  <a:lnTo>
                    <a:pt x="578294" y="369976"/>
                  </a:lnTo>
                  <a:lnTo>
                    <a:pt x="546773" y="393319"/>
                  </a:lnTo>
                  <a:lnTo>
                    <a:pt x="509739" y="437083"/>
                  </a:lnTo>
                  <a:lnTo>
                    <a:pt x="482219" y="479844"/>
                  </a:lnTo>
                  <a:lnTo>
                    <a:pt x="462495" y="509358"/>
                  </a:lnTo>
                  <a:lnTo>
                    <a:pt x="464185" y="495985"/>
                  </a:lnTo>
                  <a:lnTo>
                    <a:pt x="466864" y="445858"/>
                  </a:lnTo>
                  <a:lnTo>
                    <a:pt x="465988" y="441388"/>
                  </a:lnTo>
                  <a:lnTo>
                    <a:pt x="467144" y="440245"/>
                  </a:lnTo>
                  <a:lnTo>
                    <a:pt x="475792" y="390918"/>
                  </a:lnTo>
                  <a:lnTo>
                    <a:pt x="492798" y="302590"/>
                  </a:lnTo>
                  <a:lnTo>
                    <a:pt x="501459" y="253263"/>
                  </a:lnTo>
                  <a:lnTo>
                    <a:pt x="515124" y="222770"/>
                  </a:lnTo>
                  <a:lnTo>
                    <a:pt x="538861" y="189788"/>
                  </a:lnTo>
                  <a:lnTo>
                    <a:pt x="560628" y="157175"/>
                  </a:lnTo>
                  <a:lnTo>
                    <a:pt x="568413" y="127774"/>
                  </a:lnTo>
                  <a:lnTo>
                    <a:pt x="550189" y="104457"/>
                  </a:lnTo>
                  <a:lnTo>
                    <a:pt x="517004" y="105105"/>
                  </a:lnTo>
                  <a:lnTo>
                    <a:pt x="489978" y="120357"/>
                  </a:lnTo>
                  <a:lnTo>
                    <a:pt x="513854" y="82143"/>
                  </a:lnTo>
                  <a:lnTo>
                    <a:pt x="523316" y="45135"/>
                  </a:lnTo>
                  <a:lnTo>
                    <a:pt x="505472" y="18478"/>
                  </a:lnTo>
                  <a:lnTo>
                    <a:pt x="469265" y="22453"/>
                  </a:lnTo>
                  <a:lnTo>
                    <a:pt x="421043" y="52895"/>
                  </a:lnTo>
                  <a:lnTo>
                    <a:pt x="399300" y="72745"/>
                  </a:lnTo>
                  <a:lnTo>
                    <a:pt x="399300" y="251142"/>
                  </a:lnTo>
                  <a:lnTo>
                    <a:pt x="390017" y="277279"/>
                  </a:lnTo>
                  <a:lnTo>
                    <a:pt x="382612" y="299288"/>
                  </a:lnTo>
                  <a:lnTo>
                    <a:pt x="377736" y="318681"/>
                  </a:lnTo>
                  <a:lnTo>
                    <a:pt x="376618" y="325869"/>
                  </a:lnTo>
                  <a:lnTo>
                    <a:pt x="371716" y="323964"/>
                  </a:lnTo>
                  <a:lnTo>
                    <a:pt x="373468" y="317474"/>
                  </a:lnTo>
                  <a:lnTo>
                    <a:pt x="389712" y="271653"/>
                  </a:lnTo>
                  <a:lnTo>
                    <a:pt x="399300" y="251142"/>
                  </a:lnTo>
                  <a:lnTo>
                    <a:pt x="399300" y="72745"/>
                  </a:lnTo>
                  <a:lnTo>
                    <a:pt x="374484" y="95389"/>
                  </a:lnTo>
                  <a:lnTo>
                    <a:pt x="343230" y="135547"/>
                  </a:lnTo>
                  <a:lnTo>
                    <a:pt x="312661" y="188137"/>
                  </a:lnTo>
                  <a:lnTo>
                    <a:pt x="289788" y="226301"/>
                  </a:lnTo>
                  <a:lnTo>
                    <a:pt x="273316" y="258152"/>
                  </a:lnTo>
                  <a:lnTo>
                    <a:pt x="262013" y="291833"/>
                  </a:lnTo>
                  <a:lnTo>
                    <a:pt x="260756" y="299173"/>
                  </a:lnTo>
                  <a:lnTo>
                    <a:pt x="258978" y="299034"/>
                  </a:lnTo>
                  <a:lnTo>
                    <a:pt x="255816" y="299059"/>
                  </a:lnTo>
                  <a:lnTo>
                    <a:pt x="259080" y="282130"/>
                  </a:lnTo>
                  <a:lnTo>
                    <a:pt x="267728" y="232816"/>
                  </a:lnTo>
                  <a:lnTo>
                    <a:pt x="281393" y="202323"/>
                  </a:lnTo>
                  <a:lnTo>
                    <a:pt x="305130" y="169341"/>
                  </a:lnTo>
                  <a:lnTo>
                    <a:pt x="326898" y="136728"/>
                  </a:lnTo>
                  <a:lnTo>
                    <a:pt x="334683" y="107327"/>
                  </a:lnTo>
                  <a:lnTo>
                    <a:pt x="316458" y="84010"/>
                  </a:lnTo>
                  <a:lnTo>
                    <a:pt x="283286" y="84658"/>
                  </a:lnTo>
                  <a:lnTo>
                    <a:pt x="242582" y="107619"/>
                  </a:lnTo>
                  <a:lnTo>
                    <a:pt x="205638" y="142151"/>
                  </a:lnTo>
                  <a:lnTo>
                    <a:pt x="183730" y="177546"/>
                  </a:lnTo>
                  <a:lnTo>
                    <a:pt x="167474" y="225348"/>
                  </a:lnTo>
                  <a:lnTo>
                    <a:pt x="156286" y="256832"/>
                  </a:lnTo>
                  <a:lnTo>
                    <a:pt x="148894" y="278841"/>
                  </a:lnTo>
                  <a:lnTo>
                    <a:pt x="144018" y="298234"/>
                  </a:lnTo>
                  <a:lnTo>
                    <a:pt x="141909" y="311861"/>
                  </a:lnTo>
                  <a:lnTo>
                    <a:pt x="136004" y="312915"/>
                  </a:lnTo>
                  <a:lnTo>
                    <a:pt x="141351" y="269125"/>
                  </a:lnTo>
                  <a:lnTo>
                    <a:pt x="148361" y="214388"/>
                  </a:lnTo>
                  <a:lnTo>
                    <a:pt x="154686" y="171030"/>
                  </a:lnTo>
                  <a:lnTo>
                    <a:pt x="165061" y="128955"/>
                  </a:lnTo>
                  <a:lnTo>
                    <a:pt x="175958" y="79921"/>
                  </a:lnTo>
                  <a:lnTo>
                    <a:pt x="174396" y="33680"/>
                  </a:lnTo>
                  <a:lnTo>
                    <a:pt x="147396" y="0"/>
                  </a:lnTo>
                  <a:lnTo>
                    <a:pt x="122326" y="4368"/>
                  </a:lnTo>
                  <a:lnTo>
                    <a:pt x="99707" y="35521"/>
                  </a:lnTo>
                  <a:lnTo>
                    <a:pt x="81457" y="78320"/>
                  </a:lnTo>
                  <a:lnTo>
                    <a:pt x="69507" y="117602"/>
                  </a:lnTo>
                  <a:lnTo>
                    <a:pt x="55372" y="173824"/>
                  </a:lnTo>
                  <a:lnTo>
                    <a:pt x="43078" y="224955"/>
                  </a:lnTo>
                  <a:lnTo>
                    <a:pt x="32969" y="273100"/>
                  </a:lnTo>
                  <a:lnTo>
                    <a:pt x="25361" y="320446"/>
                  </a:lnTo>
                  <a:lnTo>
                    <a:pt x="20586" y="369100"/>
                  </a:lnTo>
                  <a:lnTo>
                    <a:pt x="20180" y="382193"/>
                  </a:lnTo>
                  <a:lnTo>
                    <a:pt x="18719" y="385927"/>
                  </a:lnTo>
                  <a:lnTo>
                    <a:pt x="12103" y="429399"/>
                  </a:lnTo>
                  <a:lnTo>
                    <a:pt x="9766" y="471449"/>
                  </a:lnTo>
                  <a:lnTo>
                    <a:pt x="8089" y="525818"/>
                  </a:lnTo>
                  <a:lnTo>
                    <a:pt x="8940" y="580097"/>
                  </a:lnTo>
                  <a:lnTo>
                    <a:pt x="15468" y="633793"/>
                  </a:lnTo>
                  <a:lnTo>
                    <a:pt x="30899" y="686409"/>
                  </a:lnTo>
                  <a:lnTo>
                    <a:pt x="49771" y="724496"/>
                  </a:lnTo>
                  <a:lnTo>
                    <a:pt x="77508" y="758266"/>
                  </a:lnTo>
                  <a:lnTo>
                    <a:pt x="90436" y="767765"/>
                  </a:lnTo>
                  <a:lnTo>
                    <a:pt x="55079" y="904074"/>
                  </a:lnTo>
                  <a:lnTo>
                    <a:pt x="17157" y="1025791"/>
                  </a:lnTo>
                  <a:lnTo>
                    <a:pt x="0" y="1076388"/>
                  </a:lnTo>
                  <a:lnTo>
                    <a:pt x="9232" y="1085761"/>
                  </a:lnTo>
                  <a:lnTo>
                    <a:pt x="37998" y="1107452"/>
                  </a:lnTo>
                  <a:lnTo>
                    <a:pt x="87909" y="1131811"/>
                  </a:lnTo>
                  <a:lnTo>
                    <a:pt x="160553" y="1149184"/>
                  </a:lnTo>
                  <a:lnTo>
                    <a:pt x="234238" y="1148270"/>
                  </a:lnTo>
                  <a:lnTo>
                    <a:pt x="287743" y="1132586"/>
                  </a:lnTo>
                  <a:lnTo>
                    <a:pt x="320370" y="1114247"/>
                  </a:lnTo>
                  <a:lnTo>
                    <a:pt x="331393" y="1105433"/>
                  </a:lnTo>
                  <a:lnTo>
                    <a:pt x="331584" y="1044689"/>
                  </a:lnTo>
                  <a:lnTo>
                    <a:pt x="332930" y="902614"/>
                  </a:lnTo>
                  <a:lnTo>
                    <a:pt x="335648" y="780097"/>
                  </a:lnTo>
                  <a:lnTo>
                    <a:pt x="352806" y="770013"/>
                  </a:lnTo>
                  <a:lnTo>
                    <a:pt x="390182" y="755078"/>
                  </a:lnTo>
                  <a:lnTo>
                    <a:pt x="442353" y="725322"/>
                  </a:lnTo>
                  <a:lnTo>
                    <a:pt x="489254" y="690003"/>
                  </a:lnTo>
                  <a:lnTo>
                    <a:pt x="520179" y="654646"/>
                  </a:lnTo>
                  <a:lnTo>
                    <a:pt x="562825" y="579907"/>
                  </a:lnTo>
                  <a:lnTo>
                    <a:pt x="587679" y="536041"/>
                  </a:lnTo>
                  <a:lnTo>
                    <a:pt x="635825" y="447281"/>
                  </a:lnTo>
                  <a:lnTo>
                    <a:pt x="653491" y="407365"/>
                  </a:lnTo>
                  <a:lnTo>
                    <a:pt x="659447" y="380326"/>
                  </a:lnTo>
                  <a:close/>
                </a:path>
              </a:pathLst>
            </a:custGeom>
            <a:solidFill>
              <a:srgbClr val="FDCC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6625946" y="9181906"/>
              <a:ext cx="5080" cy="46990"/>
            </a:xfrm>
            <a:custGeom>
              <a:avLst/>
              <a:gdLst/>
              <a:ahLst/>
              <a:cxnLst/>
              <a:rect l="l" t="t" r="r" b="b"/>
              <a:pathLst>
                <a:path w="5080" h="46990">
                  <a:moveTo>
                    <a:pt x="4881" y="0"/>
                  </a:moveTo>
                  <a:lnTo>
                    <a:pt x="1844" y="12606"/>
                  </a:lnTo>
                  <a:lnTo>
                    <a:pt x="286" y="23982"/>
                  </a:lnTo>
                  <a:lnTo>
                    <a:pt x="0" y="35081"/>
                  </a:lnTo>
                  <a:lnTo>
                    <a:pt x="781" y="46859"/>
                  </a:lnTo>
                </a:path>
              </a:pathLst>
            </a:custGeom>
            <a:ln w="128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6743040" y="9182269"/>
              <a:ext cx="4445" cy="46990"/>
            </a:xfrm>
            <a:custGeom>
              <a:avLst/>
              <a:gdLst/>
              <a:ahLst/>
              <a:cxnLst/>
              <a:rect l="l" t="t" r="r" b="b"/>
              <a:pathLst>
                <a:path w="4444" h="46990">
                  <a:moveTo>
                    <a:pt x="4099" y="0"/>
                  </a:moveTo>
                  <a:lnTo>
                    <a:pt x="1479" y="14477"/>
                  </a:lnTo>
                  <a:lnTo>
                    <a:pt x="337" y="25821"/>
                  </a:lnTo>
                  <a:lnTo>
                    <a:pt x="51" y="35969"/>
                  </a:lnTo>
                  <a:lnTo>
                    <a:pt x="0" y="46859"/>
                  </a:lnTo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6856732" y="9194481"/>
              <a:ext cx="5080" cy="46990"/>
            </a:xfrm>
            <a:custGeom>
              <a:avLst/>
              <a:gdLst/>
              <a:ahLst/>
              <a:cxnLst/>
              <a:rect l="l" t="t" r="r" b="b"/>
              <a:pathLst>
                <a:path w="5080" h="46990">
                  <a:moveTo>
                    <a:pt x="4918" y="0"/>
                  </a:moveTo>
                  <a:lnTo>
                    <a:pt x="1747" y="12833"/>
                  </a:lnTo>
                  <a:lnTo>
                    <a:pt x="209" y="24071"/>
                  </a:lnTo>
                  <a:lnTo>
                    <a:pt x="0" y="34988"/>
                  </a:lnTo>
                  <a:lnTo>
                    <a:pt x="818" y="46859"/>
                  </a:lnTo>
                </a:path>
              </a:pathLst>
            </a:custGeom>
            <a:ln w="118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0" name="object 10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418" y="352767"/>
            <a:ext cx="2085974" cy="809624"/>
          </a:xfrm>
          <a:prstGeom prst="rect">
            <a:avLst/>
          </a:prstGeom>
        </p:spPr>
      </p:pic>
      <p:sp>
        <p:nvSpPr>
          <p:cNvPr id="101" name="object 101"/>
          <p:cNvSpPr/>
          <p:nvPr/>
        </p:nvSpPr>
        <p:spPr>
          <a:xfrm>
            <a:off x="1915858" y="1277239"/>
            <a:ext cx="14093825" cy="9010015"/>
          </a:xfrm>
          <a:custGeom>
            <a:avLst/>
            <a:gdLst/>
            <a:ahLst/>
            <a:cxnLst/>
            <a:rect l="l" t="t" r="r" b="b"/>
            <a:pathLst>
              <a:path w="14093825" h="9010015">
                <a:moveTo>
                  <a:pt x="14093462" y="9009760"/>
                </a:moveTo>
                <a:lnTo>
                  <a:pt x="0" y="9009760"/>
                </a:lnTo>
                <a:lnTo>
                  <a:pt x="0" y="519913"/>
                </a:lnTo>
                <a:lnTo>
                  <a:pt x="2130" y="472688"/>
                </a:lnTo>
                <a:lnTo>
                  <a:pt x="8398" y="426631"/>
                </a:lnTo>
                <a:lnTo>
                  <a:pt x="18617" y="381927"/>
                </a:lnTo>
                <a:lnTo>
                  <a:pt x="32602" y="338763"/>
                </a:lnTo>
                <a:lnTo>
                  <a:pt x="50168" y="297324"/>
                </a:lnTo>
                <a:lnTo>
                  <a:pt x="71129" y="257795"/>
                </a:lnTo>
                <a:lnTo>
                  <a:pt x="95299" y="220361"/>
                </a:lnTo>
                <a:lnTo>
                  <a:pt x="122493" y="185210"/>
                </a:lnTo>
                <a:lnTo>
                  <a:pt x="152525" y="152525"/>
                </a:lnTo>
                <a:lnTo>
                  <a:pt x="185210" y="122493"/>
                </a:lnTo>
                <a:lnTo>
                  <a:pt x="220361" y="95299"/>
                </a:lnTo>
                <a:lnTo>
                  <a:pt x="257795" y="71129"/>
                </a:lnTo>
                <a:lnTo>
                  <a:pt x="297324" y="50168"/>
                </a:lnTo>
                <a:lnTo>
                  <a:pt x="338763" y="32602"/>
                </a:lnTo>
                <a:lnTo>
                  <a:pt x="381927" y="18617"/>
                </a:lnTo>
                <a:lnTo>
                  <a:pt x="426631" y="8398"/>
                </a:lnTo>
                <a:lnTo>
                  <a:pt x="472688" y="2130"/>
                </a:lnTo>
                <a:lnTo>
                  <a:pt x="519913" y="0"/>
                </a:lnTo>
                <a:lnTo>
                  <a:pt x="13573549" y="0"/>
                </a:lnTo>
                <a:lnTo>
                  <a:pt x="13620774" y="2130"/>
                </a:lnTo>
                <a:lnTo>
                  <a:pt x="13666831" y="8398"/>
                </a:lnTo>
                <a:lnTo>
                  <a:pt x="13711534" y="18617"/>
                </a:lnTo>
                <a:lnTo>
                  <a:pt x="13754698" y="32602"/>
                </a:lnTo>
                <a:lnTo>
                  <a:pt x="13796138" y="50168"/>
                </a:lnTo>
                <a:lnTo>
                  <a:pt x="13835667" y="71129"/>
                </a:lnTo>
                <a:lnTo>
                  <a:pt x="13873100" y="95299"/>
                </a:lnTo>
                <a:lnTo>
                  <a:pt x="13908252" y="122493"/>
                </a:lnTo>
                <a:lnTo>
                  <a:pt x="13940937" y="152525"/>
                </a:lnTo>
                <a:lnTo>
                  <a:pt x="13970969" y="185210"/>
                </a:lnTo>
                <a:lnTo>
                  <a:pt x="13998163" y="220361"/>
                </a:lnTo>
                <a:lnTo>
                  <a:pt x="14022333" y="257795"/>
                </a:lnTo>
                <a:lnTo>
                  <a:pt x="14043294" y="297324"/>
                </a:lnTo>
                <a:lnTo>
                  <a:pt x="14060859" y="338763"/>
                </a:lnTo>
                <a:lnTo>
                  <a:pt x="14074845" y="381927"/>
                </a:lnTo>
                <a:lnTo>
                  <a:pt x="14085064" y="426631"/>
                </a:lnTo>
                <a:lnTo>
                  <a:pt x="14091332" y="472688"/>
                </a:lnTo>
                <a:lnTo>
                  <a:pt x="14093462" y="519913"/>
                </a:lnTo>
                <a:lnTo>
                  <a:pt x="14093462" y="9009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 descr="$PPTXTitle"/>
          <p:cNvSpPr txBox="1">
            <a:spLocks noGrp="1"/>
          </p:cNvSpPr>
          <p:nvPr>
            <p:ph type="title"/>
          </p:nvPr>
        </p:nvSpPr>
        <p:spPr>
          <a:xfrm>
            <a:off x="6925727" y="2398043"/>
            <a:ext cx="4073525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200" spc="-815" dirty="0"/>
              <a:t>Clase</a:t>
            </a:r>
            <a:r>
              <a:rPr sz="9200" spc="-680" dirty="0"/>
              <a:t> </a:t>
            </a:r>
            <a:r>
              <a:rPr sz="9200" spc="-975" dirty="0"/>
              <a:t>3</a:t>
            </a:r>
            <a:endParaRPr sz="9200"/>
          </a:p>
        </p:txBody>
      </p:sp>
      <p:sp>
        <p:nvSpPr>
          <p:cNvPr id="103" name="object 103"/>
          <p:cNvSpPr txBox="1"/>
          <p:nvPr/>
        </p:nvSpPr>
        <p:spPr>
          <a:xfrm>
            <a:off x="3399068" y="4293694"/>
            <a:ext cx="11330305" cy="1412240"/>
          </a:xfrm>
          <a:prstGeom prst="rect">
            <a:avLst/>
          </a:prstGeom>
        </p:spPr>
        <p:txBody>
          <a:bodyPr vert="horz" wrap="square" lIns="0" tIns="332740" rIns="0" bIns="0" rtlCol="0">
            <a:spAutoFit/>
          </a:bodyPr>
          <a:lstStyle/>
          <a:p>
            <a:pPr marL="2016760" marR="5080" indent="-2004695">
              <a:lnSpc>
                <a:spcPct val="62500"/>
              </a:lnSpc>
              <a:spcBef>
                <a:spcPts val="2620"/>
              </a:spcBef>
            </a:pPr>
            <a:r>
              <a:rPr sz="5600" spc="215" dirty="0">
                <a:solidFill>
                  <a:srgbClr val="7842E6"/>
                </a:solidFill>
                <a:latin typeface="Arial MT"/>
                <a:cs typeface="Arial MT"/>
              </a:rPr>
              <a:t>PRÁCTICA</a:t>
            </a:r>
            <a:r>
              <a:rPr sz="5600" spc="-295" dirty="0">
                <a:solidFill>
                  <a:srgbClr val="7842E6"/>
                </a:solidFill>
                <a:latin typeface="Arial MT"/>
                <a:cs typeface="Arial MT"/>
              </a:rPr>
              <a:t> </a:t>
            </a:r>
            <a:r>
              <a:rPr sz="5600" dirty="0">
                <a:solidFill>
                  <a:srgbClr val="7842E6"/>
                </a:solidFill>
                <a:latin typeface="Arial MT"/>
                <a:cs typeface="Arial MT"/>
              </a:rPr>
              <a:t>DE</a:t>
            </a:r>
            <a:r>
              <a:rPr sz="5600" spc="-295" dirty="0">
                <a:solidFill>
                  <a:srgbClr val="7842E6"/>
                </a:solidFill>
                <a:latin typeface="Arial MT"/>
                <a:cs typeface="Arial MT"/>
              </a:rPr>
              <a:t> </a:t>
            </a:r>
            <a:r>
              <a:rPr sz="5600" spc="105" dirty="0">
                <a:solidFill>
                  <a:srgbClr val="7842E6"/>
                </a:solidFill>
                <a:latin typeface="Arial MT"/>
                <a:cs typeface="Arial MT"/>
              </a:rPr>
              <a:t>PROGRAMACIÓN </a:t>
            </a:r>
            <a:r>
              <a:rPr sz="5600" dirty="0">
                <a:solidFill>
                  <a:srgbClr val="7842E6"/>
                </a:solidFill>
                <a:latin typeface="Arial MT"/>
                <a:cs typeface="Arial MT"/>
              </a:rPr>
              <a:t>DE</a:t>
            </a:r>
            <a:r>
              <a:rPr sz="5600" spc="-300" dirty="0">
                <a:solidFill>
                  <a:srgbClr val="7842E6"/>
                </a:solidFill>
                <a:latin typeface="Arial MT"/>
                <a:cs typeface="Arial MT"/>
              </a:rPr>
              <a:t> </a:t>
            </a:r>
            <a:r>
              <a:rPr sz="5600" spc="-10" dirty="0">
                <a:solidFill>
                  <a:srgbClr val="7842E6"/>
                </a:solidFill>
                <a:latin typeface="Arial MT"/>
                <a:cs typeface="Arial MT"/>
              </a:rPr>
              <a:t>COMPUTADORAS</a:t>
            </a:r>
            <a:endParaRPr sz="5600">
              <a:latin typeface="Arial MT"/>
              <a:cs typeface="Arial MT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5914388" y="7373953"/>
            <a:ext cx="6096635" cy="147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80210">
              <a:lnSpc>
                <a:spcPct val="125000"/>
              </a:lnSpc>
              <a:spcBef>
                <a:spcPts val="100"/>
              </a:spcBef>
            </a:pPr>
            <a:r>
              <a:rPr sz="3800" dirty="0">
                <a:solidFill>
                  <a:srgbClr val="7842E6"/>
                </a:solidFill>
                <a:latin typeface="Arial MT"/>
                <a:cs typeface="Arial MT"/>
              </a:rPr>
              <a:t>SECCIÓN</a:t>
            </a:r>
            <a:r>
              <a:rPr sz="3800" spc="10" dirty="0">
                <a:solidFill>
                  <a:srgbClr val="7842E6"/>
                </a:solidFill>
                <a:latin typeface="Arial MT"/>
                <a:cs typeface="Arial MT"/>
              </a:rPr>
              <a:t> </a:t>
            </a:r>
            <a:r>
              <a:rPr sz="3800" spc="200" dirty="0">
                <a:solidFill>
                  <a:srgbClr val="7842E6"/>
                </a:solidFill>
                <a:latin typeface="Arial MT"/>
                <a:cs typeface="Arial MT"/>
              </a:rPr>
              <a:t>X </a:t>
            </a:r>
            <a:r>
              <a:rPr sz="3800" dirty="0">
                <a:solidFill>
                  <a:srgbClr val="7842E6"/>
                </a:solidFill>
                <a:latin typeface="Arial MT"/>
                <a:cs typeface="Arial MT"/>
              </a:rPr>
              <a:t>CÓDIGO</a:t>
            </a:r>
            <a:r>
              <a:rPr sz="3800" spc="-95" dirty="0">
                <a:solidFill>
                  <a:srgbClr val="7842E6"/>
                </a:solidFill>
                <a:latin typeface="Arial MT"/>
                <a:cs typeface="Arial MT"/>
              </a:rPr>
              <a:t> </a:t>
            </a:r>
            <a:r>
              <a:rPr sz="3800" spc="170" dirty="0">
                <a:solidFill>
                  <a:srgbClr val="7842E6"/>
                </a:solidFill>
                <a:latin typeface="Arial MT"/>
                <a:cs typeface="Arial MT"/>
              </a:rPr>
              <a:t>DEL</a:t>
            </a:r>
            <a:r>
              <a:rPr sz="3800" spc="-95" dirty="0">
                <a:solidFill>
                  <a:srgbClr val="7842E6"/>
                </a:solidFill>
                <a:latin typeface="Arial MT"/>
                <a:cs typeface="Arial MT"/>
              </a:rPr>
              <a:t> </a:t>
            </a:r>
            <a:r>
              <a:rPr sz="3800" spc="-110" dirty="0">
                <a:solidFill>
                  <a:srgbClr val="7842E6"/>
                </a:solidFill>
                <a:latin typeface="Arial MT"/>
                <a:cs typeface="Arial MT"/>
              </a:rPr>
              <a:t>CURSO</a:t>
            </a:r>
            <a:r>
              <a:rPr sz="3800" spc="-90" dirty="0">
                <a:solidFill>
                  <a:srgbClr val="7842E6"/>
                </a:solidFill>
                <a:latin typeface="Arial MT"/>
                <a:cs typeface="Arial MT"/>
              </a:rPr>
              <a:t> </a:t>
            </a:r>
            <a:r>
              <a:rPr sz="3800" spc="560" dirty="0">
                <a:solidFill>
                  <a:srgbClr val="7842E6"/>
                </a:solidFill>
                <a:latin typeface="Arial MT"/>
                <a:cs typeface="Arial MT"/>
              </a:rPr>
              <a:t>090</a:t>
            </a:r>
            <a:endParaRPr sz="3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15858" y="1277239"/>
            <a:ext cx="14093825" cy="9010015"/>
            <a:chOff x="1915858" y="1277239"/>
            <a:chExt cx="14093825" cy="9010015"/>
          </a:xfrm>
        </p:grpSpPr>
        <p:sp>
          <p:nvSpPr>
            <p:cNvPr id="3" name="object 3"/>
            <p:cNvSpPr/>
            <p:nvPr/>
          </p:nvSpPr>
          <p:spPr>
            <a:xfrm>
              <a:off x="1915858" y="1277239"/>
              <a:ext cx="14093825" cy="9010015"/>
            </a:xfrm>
            <a:custGeom>
              <a:avLst/>
              <a:gdLst/>
              <a:ahLst/>
              <a:cxnLst/>
              <a:rect l="l" t="t" r="r" b="b"/>
              <a:pathLst>
                <a:path w="14093825" h="9010015">
                  <a:moveTo>
                    <a:pt x="14093462" y="9009760"/>
                  </a:moveTo>
                  <a:lnTo>
                    <a:pt x="0" y="9009760"/>
                  </a:lnTo>
                  <a:lnTo>
                    <a:pt x="0" y="519913"/>
                  </a:lnTo>
                  <a:lnTo>
                    <a:pt x="2130" y="472688"/>
                  </a:lnTo>
                  <a:lnTo>
                    <a:pt x="8398" y="426631"/>
                  </a:lnTo>
                  <a:lnTo>
                    <a:pt x="18617" y="381927"/>
                  </a:lnTo>
                  <a:lnTo>
                    <a:pt x="32602" y="338763"/>
                  </a:lnTo>
                  <a:lnTo>
                    <a:pt x="50168" y="297324"/>
                  </a:lnTo>
                  <a:lnTo>
                    <a:pt x="71129" y="257795"/>
                  </a:lnTo>
                  <a:lnTo>
                    <a:pt x="95299" y="220361"/>
                  </a:lnTo>
                  <a:lnTo>
                    <a:pt x="122493" y="185210"/>
                  </a:lnTo>
                  <a:lnTo>
                    <a:pt x="152525" y="152525"/>
                  </a:lnTo>
                  <a:lnTo>
                    <a:pt x="185210" y="122493"/>
                  </a:lnTo>
                  <a:lnTo>
                    <a:pt x="220361" y="95299"/>
                  </a:lnTo>
                  <a:lnTo>
                    <a:pt x="257795" y="71129"/>
                  </a:lnTo>
                  <a:lnTo>
                    <a:pt x="297324" y="50168"/>
                  </a:lnTo>
                  <a:lnTo>
                    <a:pt x="338763" y="32602"/>
                  </a:lnTo>
                  <a:lnTo>
                    <a:pt x="381927" y="18617"/>
                  </a:lnTo>
                  <a:lnTo>
                    <a:pt x="426631" y="8398"/>
                  </a:lnTo>
                  <a:lnTo>
                    <a:pt x="472688" y="2130"/>
                  </a:lnTo>
                  <a:lnTo>
                    <a:pt x="519913" y="0"/>
                  </a:lnTo>
                  <a:lnTo>
                    <a:pt x="13573549" y="0"/>
                  </a:lnTo>
                  <a:lnTo>
                    <a:pt x="13620774" y="2130"/>
                  </a:lnTo>
                  <a:lnTo>
                    <a:pt x="13666831" y="8398"/>
                  </a:lnTo>
                  <a:lnTo>
                    <a:pt x="13711534" y="18617"/>
                  </a:lnTo>
                  <a:lnTo>
                    <a:pt x="13754698" y="32602"/>
                  </a:lnTo>
                  <a:lnTo>
                    <a:pt x="13796138" y="50168"/>
                  </a:lnTo>
                  <a:lnTo>
                    <a:pt x="13835667" y="71129"/>
                  </a:lnTo>
                  <a:lnTo>
                    <a:pt x="13873100" y="95299"/>
                  </a:lnTo>
                  <a:lnTo>
                    <a:pt x="13908252" y="122493"/>
                  </a:lnTo>
                  <a:lnTo>
                    <a:pt x="13940937" y="152525"/>
                  </a:lnTo>
                  <a:lnTo>
                    <a:pt x="13970969" y="185210"/>
                  </a:lnTo>
                  <a:lnTo>
                    <a:pt x="13998163" y="220361"/>
                  </a:lnTo>
                  <a:lnTo>
                    <a:pt x="14022333" y="257795"/>
                  </a:lnTo>
                  <a:lnTo>
                    <a:pt x="14043294" y="297324"/>
                  </a:lnTo>
                  <a:lnTo>
                    <a:pt x="14060859" y="338763"/>
                  </a:lnTo>
                  <a:lnTo>
                    <a:pt x="14074845" y="381927"/>
                  </a:lnTo>
                  <a:lnTo>
                    <a:pt x="14085064" y="426631"/>
                  </a:lnTo>
                  <a:lnTo>
                    <a:pt x="14091332" y="472688"/>
                  </a:lnTo>
                  <a:lnTo>
                    <a:pt x="14093462" y="519913"/>
                  </a:lnTo>
                  <a:lnTo>
                    <a:pt x="14093462" y="90097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9433" y="5366548"/>
              <a:ext cx="2857499" cy="27050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795315" y="2998208"/>
              <a:ext cx="0" cy="5294630"/>
            </a:xfrm>
            <a:custGeom>
              <a:avLst/>
              <a:gdLst/>
              <a:ahLst/>
              <a:cxnLst/>
              <a:rect l="l" t="t" r="r" b="b"/>
              <a:pathLst>
                <a:path h="5294630">
                  <a:moveTo>
                    <a:pt x="0" y="0"/>
                  </a:moveTo>
                  <a:lnTo>
                    <a:pt x="0" y="5294167"/>
                  </a:lnTo>
                </a:path>
              </a:pathLst>
            </a:custGeom>
            <a:ln w="38099">
              <a:solidFill>
                <a:srgbClr val="FEE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108477" y="3754113"/>
              <a:ext cx="4699635" cy="0"/>
            </a:xfrm>
            <a:custGeom>
              <a:avLst/>
              <a:gdLst/>
              <a:ahLst/>
              <a:cxnLst/>
              <a:rect l="l" t="t" r="r" b="b"/>
              <a:pathLst>
                <a:path w="4699634">
                  <a:moveTo>
                    <a:pt x="4699248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EE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108477" y="4856249"/>
              <a:ext cx="4699635" cy="0"/>
            </a:xfrm>
            <a:custGeom>
              <a:avLst/>
              <a:gdLst/>
              <a:ahLst/>
              <a:cxnLst/>
              <a:rect l="l" t="t" r="r" b="b"/>
              <a:pathLst>
                <a:path w="4699634">
                  <a:moveTo>
                    <a:pt x="4699248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EE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108477" y="5830333"/>
              <a:ext cx="4699635" cy="0"/>
            </a:xfrm>
            <a:custGeom>
              <a:avLst/>
              <a:gdLst/>
              <a:ahLst/>
              <a:cxnLst/>
              <a:rect l="l" t="t" r="r" b="b"/>
              <a:pathLst>
                <a:path w="4699634">
                  <a:moveTo>
                    <a:pt x="4699248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EE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108477" y="6727399"/>
              <a:ext cx="4699635" cy="0"/>
            </a:xfrm>
            <a:custGeom>
              <a:avLst/>
              <a:gdLst/>
              <a:ahLst/>
              <a:cxnLst/>
              <a:rect l="l" t="t" r="r" b="b"/>
              <a:pathLst>
                <a:path w="4699634">
                  <a:moveTo>
                    <a:pt x="4699248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EE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42943" y="8292349"/>
            <a:ext cx="1438274" cy="1600199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3508871" y="3133525"/>
            <a:ext cx="3693795" cy="1797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1945" marR="5080" indent="-309880">
              <a:lnSpc>
                <a:spcPct val="116300"/>
              </a:lnSpc>
              <a:spcBef>
                <a:spcPts val="95"/>
              </a:spcBef>
            </a:pPr>
            <a:r>
              <a:rPr sz="5000" spc="-450" dirty="0"/>
              <a:t>AGENDA</a:t>
            </a:r>
            <a:r>
              <a:rPr sz="5000" spc="-365" dirty="0"/>
              <a:t> </a:t>
            </a:r>
            <a:r>
              <a:rPr sz="5000" spc="-545" dirty="0"/>
              <a:t>DE </a:t>
            </a:r>
            <a:r>
              <a:rPr sz="5000" spc="-505" dirty="0"/>
              <a:t>LA</a:t>
            </a:r>
            <a:r>
              <a:rPr sz="5000" spc="-370" dirty="0"/>
              <a:t> </a:t>
            </a:r>
            <a:r>
              <a:rPr sz="5000" spc="-630" dirty="0"/>
              <a:t>CLASE:</a:t>
            </a:r>
            <a:endParaRPr sz="5000"/>
          </a:p>
        </p:txBody>
      </p:sp>
      <p:sp>
        <p:nvSpPr>
          <p:cNvPr id="13" name="object 13"/>
          <p:cNvSpPr txBox="1"/>
          <p:nvPr/>
        </p:nvSpPr>
        <p:spPr>
          <a:xfrm>
            <a:off x="10197399" y="6335630"/>
            <a:ext cx="18224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spc="114" dirty="0">
                <a:solidFill>
                  <a:srgbClr val="FFFFFF"/>
                </a:solidFill>
                <a:latin typeface="Tahoma"/>
                <a:cs typeface="Tahoma"/>
              </a:rPr>
              <a:t>Dudas?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11475" y="2983920"/>
            <a:ext cx="5204724" cy="3039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9"/>
              </a:spcBef>
            </a:pPr>
            <a:endParaRPr sz="2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spc="90" dirty="0">
                <a:solidFill>
                  <a:srgbClr val="FFFFFF"/>
                </a:solidFill>
                <a:latin typeface="Tahoma"/>
                <a:cs typeface="Tahoma"/>
              </a:rPr>
              <a:t>Foro</a:t>
            </a:r>
            <a:r>
              <a:rPr sz="20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18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0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90" dirty="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sz="20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135" dirty="0" err="1">
                <a:solidFill>
                  <a:srgbClr val="FFFFFF"/>
                </a:solidFill>
                <a:latin typeface="Tahoma"/>
                <a:cs typeface="Tahoma"/>
              </a:rPr>
              <a:t>semana</a:t>
            </a:r>
            <a:r>
              <a:rPr lang="en-US" sz="2000" spc="135" dirty="0">
                <a:solidFill>
                  <a:srgbClr val="FFFFFF"/>
                </a:solidFill>
                <a:latin typeface="Tahoma"/>
                <a:cs typeface="Tahoma"/>
              </a:rPr>
              <a:t> y DTT</a:t>
            </a:r>
            <a:endParaRPr sz="2000" dirty="0">
              <a:latin typeface="Tahoma"/>
              <a:cs typeface="Tahoma"/>
            </a:endParaRPr>
          </a:p>
          <a:p>
            <a:pPr>
              <a:spcBef>
                <a:spcPts val="2300"/>
              </a:spcBef>
            </a:pPr>
            <a:r>
              <a:rPr lang="en-US" sz="2000" dirty="0">
                <a:latin typeface="Tahoma"/>
                <a:cs typeface="Tahoma"/>
              </a:rPr>
              <a:t>.</a:t>
            </a:r>
          </a:p>
          <a:p>
            <a:pPr>
              <a:spcBef>
                <a:spcPts val="2300"/>
              </a:spcBef>
            </a:pPr>
            <a:r>
              <a:rPr lang="es-GT" sz="2000" spc="150" dirty="0">
                <a:solidFill>
                  <a:srgbClr val="FFFFFF"/>
                </a:solidFill>
                <a:latin typeface="Tahoma"/>
                <a:cs typeface="Tahoma"/>
              </a:rPr>
              <a:t>Paquete</a:t>
            </a:r>
            <a:r>
              <a:rPr lang="es-GT" sz="20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s-GT" sz="2000" spc="18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lang="es-GT" sz="20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s-GT" sz="2000" spc="75" dirty="0">
                <a:solidFill>
                  <a:srgbClr val="FFFFFF"/>
                </a:solidFill>
                <a:latin typeface="Tahoma"/>
                <a:cs typeface="Tahoma"/>
              </a:rPr>
              <a:t>office</a:t>
            </a:r>
            <a:endParaRPr lang="es-GT"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300"/>
              </a:spcBef>
            </a:pPr>
            <a:endParaRPr lang="en-US"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300"/>
              </a:spcBef>
            </a:pPr>
            <a:endParaRPr lang="en-US" sz="2000" dirty="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074963" y="7766187"/>
            <a:ext cx="4699635" cy="0"/>
          </a:xfrm>
          <a:custGeom>
            <a:avLst/>
            <a:gdLst/>
            <a:ahLst/>
            <a:cxnLst/>
            <a:rect l="l" t="t" r="r" b="b"/>
            <a:pathLst>
              <a:path w="4699634">
                <a:moveTo>
                  <a:pt x="4699248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FEE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23E981F0-4A65-8F1D-3AE2-B084D9D357F7}"/>
              </a:ext>
            </a:extLst>
          </p:cNvPr>
          <p:cNvSpPr txBox="1"/>
          <p:nvPr/>
        </p:nvSpPr>
        <p:spPr>
          <a:xfrm>
            <a:off x="10074963" y="5343898"/>
            <a:ext cx="18224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14" dirty="0" err="1">
                <a:solidFill>
                  <a:srgbClr val="FFFFFF"/>
                </a:solidFill>
                <a:latin typeface="Tahoma"/>
                <a:cs typeface="Tahoma"/>
              </a:rPr>
              <a:t>Práctica</a:t>
            </a:r>
            <a:r>
              <a:rPr sz="20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140" dirty="0" err="1">
                <a:solidFill>
                  <a:srgbClr val="FFFFFF"/>
                </a:solidFill>
                <a:latin typeface="Tahoma"/>
                <a:cs typeface="Tahoma"/>
              </a:rPr>
              <a:t>Única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0A4EA084-97E3-A156-C536-F00D81CD2347}"/>
              </a:ext>
            </a:extLst>
          </p:cNvPr>
          <p:cNvSpPr txBox="1"/>
          <p:nvPr/>
        </p:nvSpPr>
        <p:spPr>
          <a:xfrm>
            <a:off x="10108477" y="7242294"/>
            <a:ext cx="30362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spc="114" dirty="0" err="1">
                <a:solidFill>
                  <a:srgbClr val="FFFFFF"/>
                </a:solidFill>
                <a:latin typeface="Tahoma"/>
                <a:cs typeface="Tahoma"/>
              </a:rPr>
              <a:t>Actividad</a:t>
            </a:r>
            <a:r>
              <a:rPr lang="en-US" sz="2000" spc="114" dirty="0">
                <a:solidFill>
                  <a:srgbClr val="FFFFFF"/>
                </a:solidFill>
                <a:latin typeface="Tahoma"/>
                <a:cs typeface="Tahoma"/>
              </a:rPr>
              <a:t> de </a:t>
            </a:r>
            <a:r>
              <a:rPr lang="en-US" sz="2000" spc="114" dirty="0" err="1">
                <a:solidFill>
                  <a:srgbClr val="FFFFFF"/>
                </a:solidFill>
                <a:latin typeface="Tahoma"/>
                <a:cs typeface="Tahoma"/>
              </a:rPr>
              <a:t>clase</a:t>
            </a:r>
            <a:endParaRPr sz="20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09800" y="1028700"/>
            <a:ext cx="14093825" cy="9258300"/>
          </a:xfrm>
          <a:custGeom>
            <a:avLst/>
            <a:gdLst/>
            <a:ahLst/>
            <a:cxnLst/>
            <a:rect l="l" t="t" r="r" b="b"/>
            <a:pathLst>
              <a:path w="14093825" h="9258300">
                <a:moveTo>
                  <a:pt x="14093462" y="9258300"/>
                </a:moveTo>
                <a:lnTo>
                  <a:pt x="0" y="9258300"/>
                </a:lnTo>
                <a:lnTo>
                  <a:pt x="0" y="519913"/>
                </a:lnTo>
                <a:lnTo>
                  <a:pt x="2130" y="472688"/>
                </a:lnTo>
                <a:lnTo>
                  <a:pt x="8398" y="426631"/>
                </a:lnTo>
                <a:lnTo>
                  <a:pt x="18617" y="381927"/>
                </a:lnTo>
                <a:lnTo>
                  <a:pt x="32602" y="338763"/>
                </a:lnTo>
                <a:lnTo>
                  <a:pt x="50168" y="297324"/>
                </a:lnTo>
                <a:lnTo>
                  <a:pt x="71129" y="257795"/>
                </a:lnTo>
                <a:lnTo>
                  <a:pt x="95299" y="220361"/>
                </a:lnTo>
                <a:lnTo>
                  <a:pt x="122493" y="185210"/>
                </a:lnTo>
                <a:lnTo>
                  <a:pt x="152525" y="152525"/>
                </a:lnTo>
                <a:lnTo>
                  <a:pt x="185210" y="122493"/>
                </a:lnTo>
                <a:lnTo>
                  <a:pt x="220361" y="95299"/>
                </a:lnTo>
                <a:lnTo>
                  <a:pt x="257795" y="71129"/>
                </a:lnTo>
                <a:lnTo>
                  <a:pt x="297324" y="50168"/>
                </a:lnTo>
                <a:lnTo>
                  <a:pt x="338763" y="32602"/>
                </a:lnTo>
                <a:lnTo>
                  <a:pt x="381927" y="18617"/>
                </a:lnTo>
                <a:lnTo>
                  <a:pt x="426631" y="8398"/>
                </a:lnTo>
                <a:lnTo>
                  <a:pt x="472688" y="2130"/>
                </a:lnTo>
                <a:lnTo>
                  <a:pt x="519913" y="0"/>
                </a:lnTo>
                <a:lnTo>
                  <a:pt x="13573549" y="0"/>
                </a:lnTo>
                <a:lnTo>
                  <a:pt x="13620774" y="2130"/>
                </a:lnTo>
                <a:lnTo>
                  <a:pt x="13666831" y="8398"/>
                </a:lnTo>
                <a:lnTo>
                  <a:pt x="13711534" y="18617"/>
                </a:lnTo>
                <a:lnTo>
                  <a:pt x="13754698" y="32602"/>
                </a:lnTo>
                <a:lnTo>
                  <a:pt x="13796137" y="50168"/>
                </a:lnTo>
                <a:lnTo>
                  <a:pt x="13835666" y="71129"/>
                </a:lnTo>
                <a:lnTo>
                  <a:pt x="13873100" y="95299"/>
                </a:lnTo>
                <a:lnTo>
                  <a:pt x="13908251" y="122493"/>
                </a:lnTo>
                <a:lnTo>
                  <a:pt x="13940936" y="152525"/>
                </a:lnTo>
                <a:lnTo>
                  <a:pt x="13970968" y="185210"/>
                </a:lnTo>
                <a:lnTo>
                  <a:pt x="13998162" y="220361"/>
                </a:lnTo>
                <a:lnTo>
                  <a:pt x="14022332" y="257795"/>
                </a:lnTo>
                <a:lnTo>
                  <a:pt x="14043293" y="297324"/>
                </a:lnTo>
                <a:lnTo>
                  <a:pt x="14060859" y="338763"/>
                </a:lnTo>
                <a:lnTo>
                  <a:pt x="14074845" y="381927"/>
                </a:lnTo>
                <a:lnTo>
                  <a:pt x="14085064" y="426631"/>
                </a:lnTo>
                <a:lnTo>
                  <a:pt x="14091332" y="472688"/>
                </a:lnTo>
                <a:lnTo>
                  <a:pt x="14093462" y="519913"/>
                </a:lnTo>
                <a:lnTo>
                  <a:pt x="14093462" y="9258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54165" y="7813758"/>
            <a:ext cx="2066924" cy="209549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105400" y="3086100"/>
            <a:ext cx="7772400" cy="50718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z="3200" spc="-220" dirty="0"/>
              <a:t>Valor de la Semana: Responsabilidad</a:t>
            </a:r>
            <a:endParaRPr sz="3200" dirty="0"/>
          </a:p>
        </p:txBody>
      </p:sp>
      <p:sp>
        <p:nvSpPr>
          <p:cNvPr id="9" name="object 9"/>
          <p:cNvSpPr txBox="1"/>
          <p:nvPr/>
        </p:nvSpPr>
        <p:spPr>
          <a:xfrm>
            <a:off x="5715000" y="5109519"/>
            <a:ext cx="6054090" cy="19827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6040">
              <a:lnSpc>
                <a:spcPct val="157700"/>
              </a:lnSpc>
              <a:spcBef>
                <a:spcPts val="95"/>
              </a:spcBef>
            </a:pPr>
            <a:r>
              <a:rPr lang="es-GT" sz="2100" spc="-155" dirty="0">
                <a:solidFill>
                  <a:srgbClr val="FFFFFF"/>
                </a:solidFill>
                <a:latin typeface="Verdana"/>
                <a:cs typeface="Verdana"/>
              </a:rPr>
              <a:t>La responsabilidad es el valor que impulsa a cumplir con las obligaciones y compromisos asumidos, reconociendo las consecuencias de los actos propios.</a:t>
            </a:r>
            <a:endParaRPr sz="2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83F85-27D2-8526-73B2-AFE86AD17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60CF70-2575-A198-6AB1-6BE143E29A8F}"/>
              </a:ext>
            </a:extLst>
          </p:cNvPr>
          <p:cNvSpPr/>
          <p:nvPr/>
        </p:nvSpPr>
        <p:spPr>
          <a:xfrm>
            <a:off x="1506295" y="1028699"/>
            <a:ext cx="14093825" cy="9258300"/>
          </a:xfrm>
          <a:custGeom>
            <a:avLst/>
            <a:gdLst/>
            <a:ahLst/>
            <a:cxnLst/>
            <a:rect l="l" t="t" r="r" b="b"/>
            <a:pathLst>
              <a:path w="14093825" h="9258300">
                <a:moveTo>
                  <a:pt x="14093462" y="9258300"/>
                </a:moveTo>
                <a:lnTo>
                  <a:pt x="0" y="9258300"/>
                </a:lnTo>
                <a:lnTo>
                  <a:pt x="0" y="519913"/>
                </a:lnTo>
                <a:lnTo>
                  <a:pt x="2130" y="472688"/>
                </a:lnTo>
                <a:lnTo>
                  <a:pt x="8398" y="426631"/>
                </a:lnTo>
                <a:lnTo>
                  <a:pt x="18617" y="381927"/>
                </a:lnTo>
                <a:lnTo>
                  <a:pt x="32602" y="338763"/>
                </a:lnTo>
                <a:lnTo>
                  <a:pt x="50168" y="297324"/>
                </a:lnTo>
                <a:lnTo>
                  <a:pt x="71129" y="257795"/>
                </a:lnTo>
                <a:lnTo>
                  <a:pt x="95299" y="220361"/>
                </a:lnTo>
                <a:lnTo>
                  <a:pt x="122493" y="185210"/>
                </a:lnTo>
                <a:lnTo>
                  <a:pt x="152525" y="152525"/>
                </a:lnTo>
                <a:lnTo>
                  <a:pt x="185210" y="122493"/>
                </a:lnTo>
                <a:lnTo>
                  <a:pt x="220361" y="95299"/>
                </a:lnTo>
                <a:lnTo>
                  <a:pt x="257795" y="71129"/>
                </a:lnTo>
                <a:lnTo>
                  <a:pt x="297324" y="50168"/>
                </a:lnTo>
                <a:lnTo>
                  <a:pt x="338763" y="32602"/>
                </a:lnTo>
                <a:lnTo>
                  <a:pt x="381927" y="18617"/>
                </a:lnTo>
                <a:lnTo>
                  <a:pt x="426631" y="8398"/>
                </a:lnTo>
                <a:lnTo>
                  <a:pt x="472688" y="2130"/>
                </a:lnTo>
                <a:lnTo>
                  <a:pt x="519913" y="0"/>
                </a:lnTo>
                <a:lnTo>
                  <a:pt x="13573549" y="0"/>
                </a:lnTo>
                <a:lnTo>
                  <a:pt x="13620774" y="2130"/>
                </a:lnTo>
                <a:lnTo>
                  <a:pt x="13666831" y="8398"/>
                </a:lnTo>
                <a:lnTo>
                  <a:pt x="13711534" y="18617"/>
                </a:lnTo>
                <a:lnTo>
                  <a:pt x="13754698" y="32602"/>
                </a:lnTo>
                <a:lnTo>
                  <a:pt x="13796137" y="50168"/>
                </a:lnTo>
                <a:lnTo>
                  <a:pt x="13835666" y="71129"/>
                </a:lnTo>
                <a:lnTo>
                  <a:pt x="13873100" y="95299"/>
                </a:lnTo>
                <a:lnTo>
                  <a:pt x="13908251" y="122493"/>
                </a:lnTo>
                <a:lnTo>
                  <a:pt x="13940936" y="152525"/>
                </a:lnTo>
                <a:lnTo>
                  <a:pt x="13970968" y="185210"/>
                </a:lnTo>
                <a:lnTo>
                  <a:pt x="13998162" y="220361"/>
                </a:lnTo>
                <a:lnTo>
                  <a:pt x="14022332" y="257795"/>
                </a:lnTo>
                <a:lnTo>
                  <a:pt x="14043293" y="297324"/>
                </a:lnTo>
                <a:lnTo>
                  <a:pt x="14060859" y="338763"/>
                </a:lnTo>
                <a:lnTo>
                  <a:pt x="14074845" y="381927"/>
                </a:lnTo>
                <a:lnTo>
                  <a:pt x="14085064" y="426631"/>
                </a:lnTo>
                <a:lnTo>
                  <a:pt x="14091332" y="472688"/>
                </a:lnTo>
                <a:lnTo>
                  <a:pt x="14093462" y="519913"/>
                </a:lnTo>
                <a:lnTo>
                  <a:pt x="14093462" y="9258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21FDD86-5965-8343-35B0-46E7AB0F94A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54165" y="7813758"/>
            <a:ext cx="2066924" cy="2095499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E8CDBC8C-4AAA-C0B8-C401-52992C7E1D4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0375" y="2887975"/>
            <a:ext cx="6029324" cy="4924424"/>
          </a:xfrm>
          <a:prstGeom prst="rect">
            <a:avLst/>
          </a:prstGeom>
        </p:spPr>
      </p:pic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BFA57366-BC8A-FD33-6F13-184F0F93ED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87134" y="2863829"/>
            <a:ext cx="3053715" cy="516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00" spc="-220" dirty="0"/>
              <a:t>¿Qué </a:t>
            </a:r>
            <a:r>
              <a:rPr sz="3200" spc="-310" dirty="0"/>
              <a:t>es</a:t>
            </a:r>
            <a:r>
              <a:rPr sz="3200" spc="-215" dirty="0"/>
              <a:t> </a:t>
            </a:r>
            <a:r>
              <a:rPr sz="3200" spc="-180" dirty="0"/>
              <a:t>office?</a:t>
            </a:r>
            <a:endParaRPr sz="3200"/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87BBEF9F-021E-3F90-A920-CF905DECF5F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2575" y="3961522"/>
            <a:ext cx="95250" cy="95249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EE329865-076F-CDA7-A98D-74ED778D6FA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2575" y="4971172"/>
            <a:ext cx="95250" cy="95249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B537A0D3-5996-A669-AB60-3CEB7BFB77F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2575" y="6990471"/>
            <a:ext cx="95250" cy="95249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E4C3A35C-5BAA-CC25-401D-9691EA423B30}"/>
              </a:ext>
            </a:extLst>
          </p:cNvPr>
          <p:cNvSpPr txBox="1"/>
          <p:nvPr/>
        </p:nvSpPr>
        <p:spPr>
          <a:xfrm>
            <a:off x="8999311" y="3631354"/>
            <a:ext cx="6054090" cy="406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6040">
              <a:lnSpc>
                <a:spcPct val="157700"/>
              </a:lnSpc>
              <a:spcBef>
                <a:spcPts val="95"/>
              </a:spcBef>
            </a:pPr>
            <a:r>
              <a:rPr sz="2100" spc="-15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4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4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4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s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100" spc="3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100" spc="-4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3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100" spc="-4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á</a:t>
            </a:r>
            <a:r>
              <a:rPr sz="2100" spc="-4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4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100">
              <a:latin typeface="Verdana"/>
              <a:cs typeface="Verdana"/>
            </a:endParaRPr>
          </a:p>
          <a:p>
            <a:pPr marL="12700" marR="5080">
              <a:lnSpc>
                <a:spcPct val="157700"/>
              </a:lnSpc>
            </a:pP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4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4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ó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100" spc="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e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30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10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á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100" spc="2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endParaRPr sz="2100">
              <a:latin typeface="Verdana"/>
              <a:cs typeface="Verdana"/>
            </a:endParaRPr>
          </a:p>
          <a:p>
            <a:pPr marL="12700" marR="795655">
              <a:lnSpc>
                <a:spcPct val="157700"/>
              </a:lnSpc>
            </a:pP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4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2100" spc="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6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4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100" spc="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n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-4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4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-4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-4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3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100" spc="-4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4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sz="2100" spc="-4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100" spc="-4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4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-4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4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100">
              <a:latin typeface="Verdana"/>
              <a:cs typeface="Verdana"/>
            </a:endParaRPr>
          </a:p>
          <a:p>
            <a:pPr marL="12700" marR="262255">
              <a:lnSpc>
                <a:spcPct val="157700"/>
              </a:lnSpc>
            </a:pPr>
            <a:r>
              <a:rPr sz="2100" spc="180" dirty="0">
                <a:solidFill>
                  <a:srgbClr val="FFFFFF"/>
                </a:solidFill>
                <a:latin typeface="Verdana"/>
                <a:cs typeface="Verdana"/>
              </a:rPr>
              <a:t>Mi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4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á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á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2100" spc="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18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100" spc="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2100" spc="-4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1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82073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5624" y="1297076"/>
            <a:ext cx="14667230" cy="8990330"/>
          </a:xfrm>
          <a:custGeom>
            <a:avLst/>
            <a:gdLst/>
            <a:ahLst/>
            <a:cxnLst/>
            <a:rect l="l" t="t" r="r" b="b"/>
            <a:pathLst>
              <a:path w="14667230" h="8990330">
                <a:moveTo>
                  <a:pt x="14667011" y="8989923"/>
                </a:moveTo>
                <a:lnTo>
                  <a:pt x="0" y="8989923"/>
                </a:lnTo>
                <a:lnTo>
                  <a:pt x="0" y="519913"/>
                </a:lnTo>
                <a:lnTo>
                  <a:pt x="2130" y="472688"/>
                </a:lnTo>
                <a:lnTo>
                  <a:pt x="8398" y="426631"/>
                </a:lnTo>
                <a:lnTo>
                  <a:pt x="18617" y="381927"/>
                </a:lnTo>
                <a:lnTo>
                  <a:pt x="32602" y="338763"/>
                </a:lnTo>
                <a:lnTo>
                  <a:pt x="50168" y="297324"/>
                </a:lnTo>
                <a:lnTo>
                  <a:pt x="71129" y="257795"/>
                </a:lnTo>
                <a:lnTo>
                  <a:pt x="95299" y="220361"/>
                </a:lnTo>
                <a:lnTo>
                  <a:pt x="122493" y="185210"/>
                </a:lnTo>
                <a:lnTo>
                  <a:pt x="152525" y="152525"/>
                </a:lnTo>
                <a:lnTo>
                  <a:pt x="185210" y="122493"/>
                </a:lnTo>
                <a:lnTo>
                  <a:pt x="220361" y="95299"/>
                </a:lnTo>
                <a:lnTo>
                  <a:pt x="257795" y="71129"/>
                </a:lnTo>
                <a:lnTo>
                  <a:pt x="297324" y="50168"/>
                </a:lnTo>
                <a:lnTo>
                  <a:pt x="338763" y="32602"/>
                </a:lnTo>
                <a:lnTo>
                  <a:pt x="381927" y="18617"/>
                </a:lnTo>
                <a:lnTo>
                  <a:pt x="426631" y="8398"/>
                </a:lnTo>
                <a:lnTo>
                  <a:pt x="472688" y="2130"/>
                </a:lnTo>
                <a:lnTo>
                  <a:pt x="519913" y="0"/>
                </a:lnTo>
                <a:lnTo>
                  <a:pt x="14149793" y="0"/>
                </a:lnTo>
                <a:lnTo>
                  <a:pt x="14197018" y="2130"/>
                </a:lnTo>
                <a:lnTo>
                  <a:pt x="14243075" y="8398"/>
                </a:lnTo>
                <a:lnTo>
                  <a:pt x="14287778" y="18617"/>
                </a:lnTo>
                <a:lnTo>
                  <a:pt x="14330942" y="32602"/>
                </a:lnTo>
                <a:lnTo>
                  <a:pt x="14372382" y="50168"/>
                </a:lnTo>
                <a:lnTo>
                  <a:pt x="14411911" y="71129"/>
                </a:lnTo>
                <a:lnTo>
                  <a:pt x="14449344" y="95299"/>
                </a:lnTo>
                <a:lnTo>
                  <a:pt x="14484496" y="122493"/>
                </a:lnTo>
                <a:lnTo>
                  <a:pt x="14517181" y="152525"/>
                </a:lnTo>
                <a:lnTo>
                  <a:pt x="14547213" y="185210"/>
                </a:lnTo>
                <a:lnTo>
                  <a:pt x="14574407" y="220361"/>
                </a:lnTo>
                <a:lnTo>
                  <a:pt x="14598577" y="257795"/>
                </a:lnTo>
                <a:lnTo>
                  <a:pt x="14619537" y="297324"/>
                </a:lnTo>
                <a:lnTo>
                  <a:pt x="14637103" y="338763"/>
                </a:lnTo>
                <a:lnTo>
                  <a:pt x="14651089" y="381927"/>
                </a:lnTo>
                <a:lnTo>
                  <a:pt x="14661308" y="426631"/>
                </a:lnTo>
                <a:lnTo>
                  <a:pt x="14667011" y="468535"/>
                </a:lnTo>
                <a:lnTo>
                  <a:pt x="14667011" y="8989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63740" y="8128045"/>
            <a:ext cx="1762124" cy="17811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7272" y="3396306"/>
            <a:ext cx="7143749" cy="40195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46869" y="3940003"/>
            <a:ext cx="4949190" cy="2311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399"/>
              </a:lnSpc>
              <a:spcBef>
                <a:spcPts val="95"/>
              </a:spcBef>
              <a:tabLst>
                <a:tab pos="3636010" algn="l"/>
              </a:tabLst>
            </a:pPr>
            <a:r>
              <a:rPr sz="2600" dirty="0">
                <a:solidFill>
                  <a:srgbClr val="FFFFFF"/>
                </a:solidFill>
                <a:latin typeface="Verdana"/>
                <a:cs typeface="Verdana"/>
              </a:rPr>
              <a:t>Solo</a:t>
            </a:r>
            <a:r>
              <a:rPr sz="260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dirty="0">
                <a:solidFill>
                  <a:srgbClr val="FFFFFF"/>
                </a:solidFill>
                <a:latin typeface="Verdana"/>
                <a:cs typeface="Verdana"/>
              </a:rPr>
              <a:t>se</a:t>
            </a:r>
            <a:r>
              <a:rPr sz="260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dirty="0">
                <a:solidFill>
                  <a:srgbClr val="FFFFFF"/>
                </a:solidFill>
                <a:latin typeface="Verdana"/>
                <a:cs typeface="Verdana"/>
              </a:rPr>
              <a:t>listan</a:t>
            </a:r>
            <a:r>
              <a:rPr sz="2600" spc="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Verdana"/>
                <a:cs typeface="Verdana"/>
              </a:rPr>
              <a:t>versiones</a:t>
            </a:r>
            <a:r>
              <a:rPr sz="260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114" dirty="0">
                <a:solidFill>
                  <a:srgbClr val="FFFFFF"/>
                </a:solidFill>
                <a:latin typeface="Verdana"/>
                <a:cs typeface="Verdana"/>
              </a:rPr>
              <a:t>clave, </a:t>
            </a:r>
            <a:r>
              <a:rPr sz="2600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sz="2600" spc="420" dirty="0">
                <a:solidFill>
                  <a:srgbClr val="FFFFFF"/>
                </a:solidFill>
                <a:latin typeface="Verdana"/>
                <a:cs typeface="Verdana"/>
              </a:rPr>
              <a:t>   </a:t>
            </a:r>
            <a:r>
              <a:rPr sz="2600" dirty="0">
                <a:solidFill>
                  <a:srgbClr val="FFFFFF"/>
                </a:solidFill>
                <a:latin typeface="Verdana"/>
                <a:cs typeface="Verdana"/>
              </a:rPr>
              <a:t>las</a:t>
            </a:r>
            <a:r>
              <a:rPr sz="2600" spc="425" dirty="0">
                <a:solidFill>
                  <a:srgbClr val="FFFFFF"/>
                </a:solidFill>
                <a:latin typeface="Verdana"/>
                <a:cs typeface="Verdana"/>
              </a:rPr>
              <a:t>   </a:t>
            </a:r>
            <a:r>
              <a:rPr sz="2600" dirty="0">
                <a:solidFill>
                  <a:srgbClr val="FFFFFF"/>
                </a:solidFill>
                <a:latin typeface="Verdana"/>
                <a:cs typeface="Verdana"/>
              </a:rPr>
              <a:t>cuales</a:t>
            </a:r>
            <a:r>
              <a:rPr sz="2600" spc="420" dirty="0">
                <a:solidFill>
                  <a:srgbClr val="FFFFFF"/>
                </a:solidFill>
                <a:latin typeface="Verdana"/>
                <a:cs typeface="Verdana"/>
              </a:rPr>
              <a:t>   </a:t>
            </a:r>
            <a:r>
              <a:rPr sz="2600" dirty="0">
                <a:solidFill>
                  <a:srgbClr val="FFFFFF"/>
                </a:solidFill>
                <a:latin typeface="Verdana"/>
                <a:cs typeface="Verdana"/>
              </a:rPr>
              <a:t>se</a:t>
            </a:r>
            <a:r>
              <a:rPr sz="2600" spc="425" dirty="0">
                <a:solidFill>
                  <a:srgbClr val="FFFFFF"/>
                </a:solidFill>
                <a:latin typeface="Verdana"/>
                <a:cs typeface="Verdana"/>
              </a:rPr>
              <a:t>   </a:t>
            </a:r>
            <a:r>
              <a:rPr sz="2600" spc="-25" dirty="0">
                <a:solidFill>
                  <a:srgbClr val="FFFFFF"/>
                </a:solidFill>
                <a:latin typeface="Verdana"/>
                <a:cs typeface="Verdana"/>
              </a:rPr>
              <a:t>han </a:t>
            </a:r>
            <a:r>
              <a:rPr sz="2600" spc="-10" dirty="0">
                <a:solidFill>
                  <a:srgbClr val="FFFFFF"/>
                </a:solidFill>
                <a:latin typeface="Verdana"/>
                <a:cs typeface="Verdana"/>
              </a:rPr>
              <a:t>introducido</a:t>
            </a:r>
            <a:r>
              <a:rPr sz="260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600" spc="-80" dirty="0">
                <a:solidFill>
                  <a:srgbClr val="FFFFFF"/>
                </a:solidFill>
                <a:latin typeface="Verdana"/>
                <a:cs typeface="Verdana"/>
              </a:rPr>
              <a:t>cambios </a:t>
            </a:r>
            <a:r>
              <a:rPr sz="2600" spc="-20" dirty="0">
                <a:solidFill>
                  <a:srgbClr val="FFFFFF"/>
                </a:solidFill>
                <a:latin typeface="Verdana"/>
                <a:cs typeface="Verdana"/>
              </a:rPr>
              <a:t>significativos</a:t>
            </a:r>
            <a:r>
              <a:rPr sz="2600" spc="4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2600" spc="43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dirty="0">
                <a:solidFill>
                  <a:srgbClr val="FFFFFF"/>
                </a:solidFill>
                <a:latin typeface="Verdana"/>
                <a:cs typeface="Verdana"/>
              </a:rPr>
              <a:t>el</a:t>
            </a:r>
            <a:r>
              <a:rPr sz="2600" spc="43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70" dirty="0">
                <a:solidFill>
                  <a:srgbClr val="FFFFFF"/>
                </a:solidFill>
                <a:latin typeface="Verdana"/>
                <a:cs typeface="Verdana"/>
              </a:rPr>
              <a:t>usuario, </a:t>
            </a:r>
            <a:r>
              <a:rPr sz="2600" spc="-65" dirty="0">
                <a:solidFill>
                  <a:srgbClr val="FFFFFF"/>
                </a:solidFill>
                <a:latin typeface="Verdana"/>
                <a:cs typeface="Verdana"/>
              </a:rPr>
              <a:t>los</a:t>
            </a:r>
            <a:r>
              <a:rPr sz="2600" spc="-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100" dirty="0">
                <a:solidFill>
                  <a:srgbClr val="FFFFFF"/>
                </a:solidFill>
                <a:latin typeface="Verdana"/>
                <a:cs typeface="Verdana"/>
              </a:rPr>
              <a:t>cuales</a:t>
            </a:r>
            <a:r>
              <a:rPr sz="26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95" dirty="0">
                <a:solidFill>
                  <a:srgbClr val="FFFFFF"/>
                </a:solidFill>
                <a:latin typeface="Verdana"/>
                <a:cs typeface="Verdana"/>
              </a:rPr>
              <a:t>analizamos</a:t>
            </a:r>
            <a:r>
              <a:rPr sz="26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80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sz="2600" spc="-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Verdana"/>
                <a:cs typeface="Verdana"/>
              </a:rPr>
              <a:t>clase.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737141" y="1894941"/>
            <a:ext cx="4186554" cy="546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229" dirty="0"/>
              <a:t>Versiones</a:t>
            </a:r>
            <a:r>
              <a:rPr spc="-225" dirty="0"/>
              <a:t> </a:t>
            </a:r>
            <a:r>
              <a:rPr spc="-190" dirty="0"/>
              <a:t>de</a:t>
            </a:r>
            <a:r>
              <a:rPr spc="-220" dirty="0"/>
              <a:t> </a:t>
            </a:r>
            <a:r>
              <a:rPr spc="-130" dirty="0"/>
              <a:t>Office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5624" y="1297076"/>
            <a:ext cx="14667230" cy="8990330"/>
          </a:xfrm>
          <a:custGeom>
            <a:avLst/>
            <a:gdLst/>
            <a:ahLst/>
            <a:cxnLst/>
            <a:rect l="l" t="t" r="r" b="b"/>
            <a:pathLst>
              <a:path w="14667230" h="8990330">
                <a:moveTo>
                  <a:pt x="14667011" y="8989923"/>
                </a:moveTo>
                <a:lnTo>
                  <a:pt x="0" y="8989923"/>
                </a:lnTo>
                <a:lnTo>
                  <a:pt x="0" y="519913"/>
                </a:lnTo>
                <a:lnTo>
                  <a:pt x="2130" y="472688"/>
                </a:lnTo>
                <a:lnTo>
                  <a:pt x="8398" y="426631"/>
                </a:lnTo>
                <a:lnTo>
                  <a:pt x="18617" y="381927"/>
                </a:lnTo>
                <a:lnTo>
                  <a:pt x="32602" y="338763"/>
                </a:lnTo>
                <a:lnTo>
                  <a:pt x="50168" y="297324"/>
                </a:lnTo>
                <a:lnTo>
                  <a:pt x="71129" y="257795"/>
                </a:lnTo>
                <a:lnTo>
                  <a:pt x="95299" y="220361"/>
                </a:lnTo>
                <a:lnTo>
                  <a:pt x="122493" y="185210"/>
                </a:lnTo>
                <a:lnTo>
                  <a:pt x="152525" y="152525"/>
                </a:lnTo>
                <a:lnTo>
                  <a:pt x="185210" y="122493"/>
                </a:lnTo>
                <a:lnTo>
                  <a:pt x="220361" y="95299"/>
                </a:lnTo>
                <a:lnTo>
                  <a:pt x="257795" y="71129"/>
                </a:lnTo>
                <a:lnTo>
                  <a:pt x="297324" y="50168"/>
                </a:lnTo>
                <a:lnTo>
                  <a:pt x="338763" y="32602"/>
                </a:lnTo>
                <a:lnTo>
                  <a:pt x="381927" y="18617"/>
                </a:lnTo>
                <a:lnTo>
                  <a:pt x="426631" y="8398"/>
                </a:lnTo>
                <a:lnTo>
                  <a:pt x="472688" y="2130"/>
                </a:lnTo>
                <a:lnTo>
                  <a:pt x="519913" y="0"/>
                </a:lnTo>
                <a:lnTo>
                  <a:pt x="14149793" y="0"/>
                </a:lnTo>
                <a:lnTo>
                  <a:pt x="14197018" y="2130"/>
                </a:lnTo>
                <a:lnTo>
                  <a:pt x="14243075" y="8398"/>
                </a:lnTo>
                <a:lnTo>
                  <a:pt x="14287778" y="18617"/>
                </a:lnTo>
                <a:lnTo>
                  <a:pt x="14330942" y="32602"/>
                </a:lnTo>
                <a:lnTo>
                  <a:pt x="14372382" y="50168"/>
                </a:lnTo>
                <a:lnTo>
                  <a:pt x="14411911" y="71129"/>
                </a:lnTo>
                <a:lnTo>
                  <a:pt x="14449344" y="95299"/>
                </a:lnTo>
                <a:lnTo>
                  <a:pt x="14484496" y="122493"/>
                </a:lnTo>
                <a:lnTo>
                  <a:pt x="14517181" y="152525"/>
                </a:lnTo>
                <a:lnTo>
                  <a:pt x="14547213" y="185210"/>
                </a:lnTo>
                <a:lnTo>
                  <a:pt x="14574407" y="220361"/>
                </a:lnTo>
                <a:lnTo>
                  <a:pt x="14598577" y="257795"/>
                </a:lnTo>
                <a:lnTo>
                  <a:pt x="14619537" y="297324"/>
                </a:lnTo>
                <a:lnTo>
                  <a:pt x="14637103" y="338763"/>
                </a:lnTo>
                <a:lnTo>
                  <a:pt x="14651089" y="381927"/>
                </a:lnTo>
                <a:lnTo>
                  <a:pt x="14661308" y="426631"/>
                </a:lnTo>
                <a:lnTo>
                  <a:pt x="14667011" y="468535"/>
                </a:lnTo>
                <a:lnTo>
                  <a:pt x="14667011" y="8989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63740" y="8128045"/>
            <a:ext cx="1762124" cy="17811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6338" y="3119683"/>
            <a:ext cx="6105524" cy="501014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175314" y="1894941"/>
            <a:ext cx="5310505" cy="546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235" dirty="0"/>
              <a:t>Características</a:t>
            </a:r>
            <a:r>
              <a:rPr spc="-200" dirty="0"/>
              <a:t> </a:t>
            </a:r>
            <a:r>
              <a:rPr spc="-190" dirty="0"/>
              <a:t>de</a:t>
            </a:r>
            <a:r>
              <a:rPr spc="-195" dirty="0"/>
              <a:t> </a:t>
            </a:r>
            <a:r>
              <a:rPr spc="-120" dirty="0"/>
              <a:t>Office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77254" y="3243267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77254" y="3643317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77254" y="4043367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77254" y="4443417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77254" y="4843466"/>
            <a:ext cx="104775" cy="1047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77254" y="5243516"/>
            <a:ext cx="104775" cy="1047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77254" y="5643566"/>
            <a:ext cx="104775" cy="1047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77254" y="6843717"/>
            <a:ext cx="104775" cy="1047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77254" y="7643816"/>
            <a:ext cx="104775" cy="10477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935273" y="3040543"/>
            <a:ext cx="6858000" cy="522605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2250" spc="-75" dirty="0">
                <a:solidFill>
                  <a:srgbClr val="FFFFFF"/>
                </a:solidFill>
                <a:latin typeface="Verdana"/>
                <a:cs typeface="Verdana"/>
              </a:rPr>
              <a:t>Facilidad</a:t>
            </a:r>
            <a:r>
              <a:rPr sz="22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2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uso</a:t>
            </a:r>
            <a:endParaRPr sz="2250">
              <a:latin typeface="Verdana"/>
              <a:cs typeface="Verdana"/>
            </a:endParaRPr>
          </a:p>
          <a:p>
            <a:pPr marL="12700" marR="963930">
              <a:lnSpc>
                <a:spcPct val="116700"/>
              </a:lnSpc>
            </a:pPr>
            <a:r>
              <a:rPr sz="2250" spc="-95" dirty="0">
                <a:solidFill>
                  <a:srgbClr val="FFFFFF"/>
                </a:solidFill>
                <a:latin typeface="Verdana"/>
                <a:cs typeface="Verdana"/>
              </a:rPr>
              <a:t>Interactividad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5" dirty="0">
                <a:solidFill>
                  <a:srgbClr val="FFFFFF"/>
                </a:solidFill>
                <a:latin typeface="Verdana"/>
                <a:cs typeface="Verdana"/>
              </a:rPr>
              <a:t>entre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5" dirty="0">
                <a:solidFill>
                  <a:srgbClr val="FFFFFF"/>
                </a:solidFill>
                <a:latin typeface="Verdana"/>
                <a:cs typeface="Verdana"/>
              </a:rPr>
              <a:t>aplicaciones</a:t>
            </a:r>
            <a:r>
              <a:rPr sz="22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7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80" dirty="0">
                <a:solidFill>
                  <a:srgbClr val="FFFFFF"/>
                </a:solidFill>
                <a:latin typeface="Verdana"/>
                <a:cs typeface="Verdana"/>
              </a:rPr>
              <a:t>suite. </a:t>
            </a:r>
            <a:r>
              <a:rPr sz="2250" spc="-55" dirty="0">
                <a:solidFill>
                  <a:srgbClr val="FFFFFF"/>
                </a:solidFill>
                <a:latin typeface="Verdana"/>
                <a:cs typeface="Verdana"/>
              </a:rPr>
              <a:t>Compatibilidad</a:t>
            </a:r>
            <a:r>
              <a:rPr sz="225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5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sz="22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formatos.</a:t>
            </a:r>
            <a:endParaRPr sz="2250">
              <a:latin typeface="Verdana"/>
              <a:cs typeface="Verdana"/>
            </a:endParaRPr>
          </a:p>
          <a:p>
            <a:pPr marL="12700" marR="2564130">
              <a:lnSpc>
                <a:spcPct val="116700"/>
              </a:lnSpc>
            </a:pP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Amplia</a:t>
            </a:r>
            <a:r>
              <a:rPr sz="22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posibilidad</a:t>
            </a:r>
            <a:r>
              <a:rPr sz="22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formatos. </a:t>
            </a:r>
            <a:r>
              <a:rPr sz="2250" spc="-100" dirty="0">
                <a:solidFill>
                  <a:srgbClr val="FFFFFF"/>
                </a:solidFill>
                <a:latin typeface="Verdana"/>
                <a:cs typeface="Verdana"/>
              </a:rPr>
              <a:t>Integración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con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7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web.</a:t>
            </a:r>
            <a:endParaRPr sz="2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250" spc="-40" dirty="0">
                <a:solidFill>
                  <a:srgbClr val="FFFFFF"/>
                </a:solidFill>
                <a:latin typeface="Verdana"/>
                <a:cs typeface="Verdana"/>
              </a:rPr>
              <a:t>Múltiples</a:t>
            </a:r>
            <a:r>
              <a:rPr sz="225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herramientas.</a:t>
            </a:r>
            <a:endParaRPr sz="2250">
              <a:latin typeface="Verdana"/>
              <a:cs typeface="Verdana"/>
            </a:endParaRPr>
          </a:p>
          <a:p>
            <a:pPr marL="12700" marR="5080" algn="just">
              <a:lnSpc>
                <a:spcPct val="116700"/>
              </a:lnSpc>
            </a:pP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Plantillas</a:t>
            </a:r>
            <a:r>
              <a:rPr sz="2250" spc="434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Prediseñadas</a:t>
            </a:r>
            <a:r>
              <a:rPr sz="2250" spc="44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250" spc="-30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250" spc="434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Disponibles</a:t>
            </a:r>
            <a:r>
              <a:rPr sz="2250" spc="434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para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documentos,</a:t>
            </a:r>
            <a:r>
              <a:rPr sz="225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hojas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cálculo,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presentaciones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y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más.</a:t>
            </a:r>
            <a:endParaRPr sz="2250">
              <a:latin typeface="Verdana"/>
              <a:cs typeface="Verdana"/>
            </a:endParaRPr>
          </a:p>
          <a:p>
            <a:pPr marL="12700" marR="5080" algn="just">
              <a:lnSpc>
                <a:spcPct val="116700"/>
              </a:lnSpc>
            </a:pPr>
            <a:r>
              <a:rPr sz="2250" spc="-55" dirty="0">
                <a:solidFill>
                  <a:srgbClr val="FFFFFF"/>
                </a:solidFill>
                <a:latin typeface="Verdana"/>
                <a:cs typeface="Verdana"/>
              </a:rPr>
              <a:t>Integración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con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Microsoft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Teams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0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250" spc="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Facilitando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comunicación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1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5" dirty="0">
                <a:solidFill>
                  <a:srgbClr val="FFFFFF"/>
                </a:solidFill>
                <a:latin typeface="Verdana"/>
                <a:cs typeface="Verdana"/>
              </a:rPr>
              <a:t>reuniones</a:t>
            </a:r>
            <a:r>
              <a:rPr sz="225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5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línea.</a:t>
            </a:r>
            <a:endParaRPr sz="2250">
              <a:latin typeface="Verdana"/>
              <a:cs typeface="Verdana"/>
            </a:endParaRPr>
          </a:p>
          <a:p>
            <a:pPr marL="12700" marR="5080" algn="just">
              <a:lnSpc>
                <a:spcPct val="116700"/>
              </a:lnSpc>
            </a:pP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Seguridad</a:t>
            </a:r>
            <a:r>
              <a:rPr sz="225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25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Protección</a:t>
            </a:r>
            <a:r>
              <a:rPr sz="225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00" dirty="0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sz="2250" spc="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5" dirty="0">
                <a:solidFill>
                  <a:srgbClr val="FFFFFF"/>
                </a:solidFill>
                <a:latin typeface="Verdana"/>
                <a:cs typeface="Verdana"/>
              </a:rPr>
              <a:t>Funciones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como</a:t>
            </a:r>
            <a:r>
              <a:rPr sz="225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cifrado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2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90" dirty="0">
                <a:solidFill>
                  <a:srgbClr val="FFFFFF"/>
                </a:solidFill>
                <a:latin typeface="Verdana"/>
                <a:cs typeface="Verdana"/>
              </a:rPr>
              <a:t>archivos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1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2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85" dirty="0">
                <a:solidFill>
                  <a:srgbClr val="FFFFFF"/>
                </a:solidFill>
                <a:latin typeface="Verdana"/>
                <a:cs typeface="Verdana"/>
              </a:rPr>
              <a:t>acceso</a:t>
            </a:r>
            <a:r>
              <a:rPr sz="22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con</a:t>
            </a:r>
            <a:r>
              <a:rPr sz="22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75" dirty="0">
                <a:solidFill>
                  <a:srgbClr val="FFFFFF"/>
                </a:solidFill>
                <a:latin typeface="Verdana"/>
                <a:cs typeface="Verdana"/>
              </a:rPr>
              <a:t>autenticación</a:t>
            </a:r>
            <a:r>
              <a:rPr sz="22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40" dirty="0">
                <a:solidFill>
                  <a:srgbClr val="FFFFFF"/>
                </a:solidFill>
                <a:latin typeface="Verdana"/>
                <a:cs typeface="Verdana"/>
              </a:rPr>
              <a:t>multifactor.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5624" y="1297076"/>
            <a:ext cx="14827885" cy="8990330"/>
          </a:xfrm>
          <a:custGeom>
            <a:avLst/>
            <a:gdLst/>
            <a:ahLst/>
            <a:cxnLst/>
            <a:rect l="l" t="t" r="r" b="b"/>
            <a:pathLst>
              <a:path w="14827885" h="8990330">
                <a:moveTo>
                  <a:pt x="14827745" y="8989923"/>
                </a:moveTo>
                <a:lnTo>
                  <a:pt x="0" y="8989923"/>
                </a:lnTo>
                <a:lnTo>
                  <a:pt x="0" y="519913"/>
                </a:lnTo>
                <a:lnTo>
                  <a:pt x="2130" y="472688"/>
                </a:lnTo>
                <a:lnTo>
                  <a:pt x="8398" y="426631"/>
                </a:lnTo>
                <a:lnTo>
                  <a:pt x="18617" y="381927"/>
                </a:lnTo>
                <a:lnTo>
                  <a:pt x="32602" y="338763"/>
                </a:lnTo>
                <a:lnTo>
                  <a:pt x="50168" y="297324"/>
                </a:lnTo>
                <a:lnTo>
                  <a:pt x="71129" y="257795"/>
                </a:lnTo>
                <a:lnTo>
                  <a:pt x="95299" y="220361"/>
                </a:lnTo>
                <a:lnTo>
                  <a:pt x="122493" y="185210"/>
                </a:lnTo>
                <a:lnTo>
                  <a:pt x="152525" y="152525"/>
                </a:lnTo>
                <a:lnTo>
                  <a:pt x="185210" y="122493"/>
                </a:lnTo>
                <a:lnTo>
                  <a:pt x="220361" y="95299"/>
                </a:lnTo>
                <a:lnTo>
                  <a:pt x="257795" y="71129"/>
                </a:lnTo>
                <a:lnTo>
                  <a:pt x="297324" y="50168"/>
                </a:lnTo>
                <a:lnTo>
                  <a:pt x="338763" y="32602"/>
                </a:lnTo>
                <a:lnTo>
                  <a:pt x="381927" y="18617"/>
                </a:lnTo>
                <a:lnTo>
                  <a:pt x="426631" y="8398"/>
                </a:lnTo>
                <a:lnTo>
                  <a:pt x="472688" y="2130"/>
                </a:lnTo>
                <a:lnTo>
                  <a:pt x="519913" y="0"/>
                </a:lnTo>
                <a:lnTo>
                  <a:pt x="14320532" y="0"/>
                </a:lnTo>
                <a:lnTo>
                  <a:pt x="14367757" y="2130"/>
                </a:lnTo>
                <a:lnTo>
                  <a:pt x="14413814" y="8398"/>
                </a:lnTo>
                <a:lnTo>
                  <a:pt x="14458517" y="18617"/>
                </a:lnTo>
                <a:lnTo>
                  <a:pt x="14501682" y="32602"/>
                </a:lnTo>
                <a:lnTo>
                  <a:pt x="14543121" y="50168"/>
                </a:lnTo>
                <a:lnTo>
                  <a:pt x="14582650" y="71129"/>
                </a:lnTo>
                <a:lnTo>
                  <a:pt x="14620083" y="95299"/>
                </a:lnTo>
                <a:lnTo>
                  <a:pt x="14655235" y="122493"/>
                </a:lnTo>
                <a:lnTo>
                  <a:pt x="14687920" y="152525"/>
                </a:lnTo>
                <a:lnTo>
                  <a:pt x="14717952" y="185210"/>
                </a:lnTo>
                <a:lnTo>
                  <a:pt x="14745146" y="220361"/>
                </a:lnTo>
                <a:lnTo>
                  <a:pt x="14769316" y="257795"/>
                </a:lnTo>
                <a:lnTo>
                  <a:pt x="14790276" y="297324"/>
                </a:lnTo>
                <a:lnTo>
                  <a:pt x="14807842" y="338763"/>
                </a:lnTo>
                <a:lnTo>
                  <a:pt x="14821827" y="381927"/>
                </a:lnTo>
                <a:lnTo>
                  <a:pt x="14827745" y="407813"/>
                </a:lnTo>
                <a:lnTo>
                  <a:pt x="14827745" y="8989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63740" y="8128045"/>
            <a:ext cx="1762124" cy="17811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78860" y="2910689"/>
            <a:ext cx="9334499" cy="328612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270" dirty="0"/>
              <a:t>¿Como</a:t>
            </a:r>
            <a:r>
              <a:rPr spc="-245" dirty="0"/>
              <a:t> </a:t>
            </a:r>
            <a:r>
              <a:rPr spc="-280" dirty="0"/>
              <a:t>accedemos</a:t>
            </a:r>
            <a:r>
              <a:rPr spc="-240" dirty="0"/>
              <a:t> </a:t>
            </a:r>
            <a:r>
              <a:rPr spc="-210" dirty="0"/>
              <a:t>a</a:t>
            </a:r>
            <a:r>
              <a:rPr spc="-245" dirty="0"/>
              <a:t> </a:t>
            </a:r>
            <a:r>
              <a:rPr spc="-305" dirty="0"/>
              <a:t>esos</a:t>
            </a:r>
            <a:r>
              <a:rPr spc="-240" dirty="0"/>
              <a:t> </a:t>
            </a:r>
            <a:r>
              <a:rPr spc="-145" dirty="0"/>
              <a:t>programas?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08859" y="6950404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08859" y="7350454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08859" y="7750504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08859" y="8150553"/>
            <a:ext cx="104775" cy="1047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266877" y="6747680"/>
            <a:ext cx="3894454" cy="162560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2250" spc="-105" dirty="0">
                <a:solidFill>
                  <a:srgbClr val="FFFFFF"/>
                </a:solidFill>
                <a:latin typeface="Verdana"/>
                <a:cs typeface="Verdana"/>
              </a:rPr>
              <a:t>Click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5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inicio</a:t>
            </a:r>
            <a:endParaRPr sz="2250">
              <a:latin typeface="Verdana"/>
              <a:cs typeface="Verdana"/>
            </a:endParaRPr>
          </a:p>
          <a:p>
            <a:pPr marL="12700" marR="1048385">
              <a:lnSpc>
                <a:spcPct val="116700"/>
              </a:lnSpc>
            </a:pP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Todos</a:t>
            </a:r>
            <a:r>
              <a:rPr sz="22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los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programas 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Microsoft</a:t>
            </a:r>
            <a:r>
              <a:rPr sz="225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office</a:t>
            </a:r>
            <a:endParaRPr sz="2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250" spc="-95" dirty="0">
                <a:solidFill>
                  <a:srgbClr val="FFFFFF"/>
                </a:solidFill>
                <a:latin typeface="Verdana"/>
                <a:cs typeface="Verdana"/>
              </a:rPr>
              <a:t>Elegimos</a:t>
            </a:r>
            <a:r>
              <a:rPr sz="22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75" dirty="0">
                <a:solidFill>
                  <a:srgbClr val="FFFFFF"/>
                </a:solidFill>
                <a:latin typeface="Verdana"/>
                <a:cs typeface="Verdana"/>
              </a:rPr>
              <a:t>programa</a:t>
            </a:r>
            <a:r>
              <a:rPr sz="22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usar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868680">
              <a:lnSpc>
                <a:spcPct val="100000"/>
              </a:lnSpc>
              <a:spcBef>
                <a:spcPts val="114"/>
              </a:spcBef>
            </a:pPr>
            <a:r>
              <a:rPr spc="-190" dirty="0"/>
              <a:t>Programas</a:t>
            </a:r>
            <a:r>
              <a:rPr spc="-215" dirty="0"/>
              <a:t> </a:t>
            </a:r>
            <a:r>
              <a:rPr spc="-140" dirty="0"/>
              <a:t>que</a:t>
            </a:r>
            <a:r>
              <a:rPr spc="-215" dirty="0"/>
              <a:t> </a:t>
            </a:r>
            <a:r>
              <a:rPr spc="-140" dirty="0"/>
              <a:t>estudiaremos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5624" y="1297076"/>
            <a:ext cx="14827885" cy="8990330"/>
          </a:xfrm>
          <a:custGeom>
            <a:avLst/>
            <a:gdLst/>
            <a:ahLst/>
            <a:cxnLst/>
            <a:rect l="l" t="t" r="r" b="b"/>
            <a:pathLst>
              <a:path w="14827885" h="8990330">
                <a:moveTo>
                  <a:pt x="14827745" y="8989923"/>
                </a:moveTo>
                <a:lnTo>
                  <a:pt x="0" y="8989923"/>
                </a:lnTo>
                <a:lnTo>
                  <a:pt x="0" y="519913"/>
                </a:lnTo>
                <a:lnTo>
                  <a:pt x="2130" y="472688"/>
                </a:lnTo>
                <a:lnTo>
                  <a:pt x="8398" y="426631"/>
                </a:lnTo>
                <a:lnTo>
                  <a:pt x="18617" y="381927"/>
                </a:lnTo>
                <a:lnTo>
                  <a:pt x="32602" y="338763"/>
                </a:lnTo>
                <a:lnTo>
                  <a:pt x="50168" y="297324"/>
                </a:lnTo>
                <a:lnTo>
                  <a:pt x="71129" y="257795"/>
                </a:lnTo>
                <a:lnTo>
                  <a:pt x="95299" y="220361"/>
                </a:lnTo>
                <a:lnTo>
                  <a:pt x="122493" y="185210"/>
                </a:lnTo>
                <a:lnTo>
                  <a:pt x="152525" y="152525"/>
                </a:lnTo>
                <a:lnTo>
                  <a:pt x="185210" y="122493"/>
                </a:lnTo>
                <a:lnTo>
                  <a:pt x="220361" y="95299"/>
                </a:lnTo>
                <a:lnTo>
                  <a:pt x="257795" y="71129"/>
                </a:lnTo>
                <a:lnTo>
                  <a:pt x="297324" y="50168"/>
                </a:lnTo>
                <a:lnTo>
                  <a:pt x="338763" y="32602"/>
                </a:lnTo>
                <a:lnTo>
                  <a:pt x="381927" y="18617"/>
                </a:lnTo>
                <a:lnTo>
                  <a:pt x="426631" y="8398"/>
                </a:lnTo>
                <a:lnTo>
                  <a:pt x="472688" y="2130"/>
                </a:lnTo>
                <a:lnTo>
                  <a:pt x="519913" y="0"/>
                </a:lnTo>
                <a:lnTo>
                  <a:pt x="14320532" y="0"/>
                </a:lnTo>
                <a:lnTo>
                  <a:pt x="14367757" y="2130"/>
                </a:lnTo>
                <a:lnTo>
                  <a:pt x="14413814" y="8398"/>
                </a:lnTo>
                <a:lnTo>
                  <a:pt x="14458517" y="18617"/>
                </a:lnTo>
                <a:lnTo>
                  <a:pt x="14501682" y="32602"/>
                </a:lnTo>
                <a:lnTo>
                  <a:pt x="14543121" y="50168"/>
                </a:lnTo>
                <a:lnTo>
                  <a:pt x="14582650" y="71129"/>
                </a:lnTo>
                <a:lnTo>
                  <a:pt x="14620083" y="95299"/>
                </a:lnTo>
                <a:lnTo>
                  <a:pt x="14655235" y="122493"/>
                </a:lnTo>
                <a:lnTo>
                  <a:pt x="14687920" y="152525"/>
                </a:lnTo>
                <a:lnTo>
                  <a:pt x="14717952" y="185210"/>
                </a:lnTo>
                <a:lnTo>
                  <a:pt x="14745146" y="220361"/>
                </a:lnTo>
                <a:lnTo>
                  <a:pt x="14769316" y="257795"/>
                </a:lnTo>
                <a:lnTo>
                  <a:pt x="14790276" y="297324"/>
                </a:lnTo>
                <a:lnTo>
                  <a:pt x="14807842" y="338763"/>
                </a:lnTo>
                <a:lnTo>
                  <a:pt x="14821827" y="381927"/>
                </a:lnTo>
                <a:lnTo>
                  <a:pt x="14827745" y="407813"/>
                </a:lnTo>
                <a:lnTo>
                  <a:pt x="14827745" y="8989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63740" y="8128045"/>
            <a:ext cx="1762124" cy="17811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9337" y="3394138"/>
            <a:ext cx="7277099" cy="409574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921635">
              <a:lnSpc>
                <a:spcPct val="100000"/>
              </a:lnSpc>
              <a:spcBef>
                <a:spcPts val="114"/>
              </a:spcBef>
            </a:pPr>
            <a:r>
              <a:rPr spc="-90" dirty="0"/>
              <a:t>Word</a:t>
            </a:r>
            <a:r>
              <a:rPr spc="-250" dirty="0"/>
              <a:t> </a:t>
            </a:r>
            <a:r>
              <a:rPr spc="-345" dirty="0"/>
              <a:t>2016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906103" y="3492976"/>
            <a:ext cx="5994400" cy="2825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Es</a:t>
            </a:r>
            <a:r>
              <a:rPr sz="2250" spc="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250" spc="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procesador</a:t>
            </a:r>
            <a:r>
              <a:rPr sz="2250" spc="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250" spc="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texto</a:t>
            </a:r>
            <a:r>
              <a:rPr sz="2250" spc="20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con</a:t>
            </a:r>
            <a:r>
              <a:rPr sz="2250" spc="2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funciones </a:t>
            </a:r>
            <a:r>
              <a:rPr sz="2250" spc="-35" dirty="0">
                <a:solidFill>
                  <a:srgbClr val="FFFFFF"/>
                </a:solidFill>
                <a:latin typeface="Verdana"/>
                <a:cs typeface="Verdana"/>
              </a:rPr>
              <a:t>avanzadas.</a:t>
            </a:r>
            <a:r>
              <a:rPr sz="2250" spc="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Se</a:t>
            </a:r>
            <a:r>
              <a:rPr sz="2250" spc="2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pueden</a:t>
            </a:r>
            <a:r>
              <a:rPr sz="2250" spc="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crear</a:t>
            </a:r>
            <a:r>
              <a:rPr sz="2250" spc="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5" dirty="0">
                <a:solidFill>
                  <a:srgbClr val="FFFFFF"/>
                </a:solidFill>
                <a:latin typeface="Verdana"/>
                <a:cs typeface="Verdana"/>
              </a:rPr>
              <a:t>documentos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simples,</a:t>
            </a:r>
            <a:r>
              <a:rPr sz="2250" spc="204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pasando</a:t>
            </a:r>
            <a:r>
              <a:rPr sz="2250" spc="204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por</a:t>
            </a:r>
            <a:r>
              <a:rPr sz="2250" spc="20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250" spc="-55" dirty="0">
                <a:solidFill>
                  <a:srgbClr val="FFFFFF"/>
                </a:solidFill>
                <a:latin typeface="Verdana"/>
                <a:cs typeface="Verdana"/>
              </a:rPr>
              <a:t>correspondencia, </a:t>
            </a:r>
            <a:r>
              <a:rPr sz="2250" spc="-95" dirty="0">
                <a:solidFill>
                  <a:srgbClr val="FFFFFF"/>
                </a:solidFill>
                <a:latin typeface="Verdana"/>
                <a:cs typeface="Verdana"/>
              </a:rPr>
              <a:t>hasta</a:t>
            </a:r>
            <a:r>
              <a:rPr sz="225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5" dirty="0">
                <a:solidFill>
                  <a:srgbClr val="FFFFFF"/>
                </a:solidFill>
                <a:latin typeface="Verdana"/>
                <a:cs typeface="Verdana"/>
              </a:rPr>
              <a:t>publicaciones</a:t>
            </a:r>
            <a:r>
              <a:rPr sz="225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complejas.</a:t>
            </a:r>
            <a:endParaRPr sz="22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 dirty="0">
              <a:latin typeface="Verdana"/>
              <a:cs typeface="Verdana"/>
            </a:endParaRPr>
          </a:p>
          <a:p>
            <a:pPr marL="12700" marR="5080" algn="just">
              <a:lnSpc>
                <a:spcPct val="116700"/>
              </a:lnSpc>
              <a:spcBef>
                <a:spcPts val="5"/>
              </a:spcBef>
            </a:pP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Genera</a:t>
            </a:r>
            <a:r>
              <a:rPr sz="22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archivos</a:t>
            </a:r>
            <a:r>
              <a:rPr sz="225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con</a:t>
            </a:r>
            <a:r>
              <a:rPr sz="225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extensión</a:t>
            </a:r>
            <a:r>
              <a:rPr sz="225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.doc</a:t>
            </a:r>
            <a:r>
              <a:rPr sz="225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85" dirty="0">
                <a:solidFill>
                  <a:srgbClr val="FFFFFF"/>
                </a:solidFill>
                <a:latin typeface="Verdana"/>
                <a:cs typeface="Verdana"/>
              </a:rPr>
              <a:t>(hasta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office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80" dirty="0">
                <a:solidFill>
                  <a:srgbClr val="FFFFFF"/>
                </a:solidFill>
                <a:latin typeface="Verdana"/>
                <a:cs typeface="Verdana"/>
              </a:rPr>
              <a:t>2003)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1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5" dirty="0">
                <a:solidFill>
                  <a:srgbClr val="FFFFFF"/>
                </a:solidFill>
                <a:latin typeface="Verdana"/>
                <a:cs typeface="Verdana"/>
              </a:rPr>
              <a:t>.docx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35" dirty="0">
                <a:solidFill>
                  <a:srgbClr val="FFFFFF"/>
                </a:solidFill>
                <a:latin typeface="Verdana"/>
                <a:cs typeface="Verdana"/>
              </a:rPr>
              <a:t>(a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partir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Office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2007).</a:t>
            </a:r>
            <a:endParaRPr sz="22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5624" y="1297076"/>
            <a:ext cx="14827885" cy="8990330"/>
          </a:xfrm>
          <a:custGeom>
            <a:avLst/>
            <a:gdLst/>
            <a:ahLst/>
            <a:cxnLst/>
            <a:rect l="l" t="t" r="r" b="b"/>
            <a:pathLst>
              <a:path w="14827885" h="8990330">
                <a:moveTo>
                  <a:pt x="14827745" y="8989923"/>
                </a:moveTo>
                <a:lnTo>
                  <a:pt x="0" y="8989923"/>
                </a:lnTo>
                <a:lnTo>
                  <a:pt x="0" y="519913"/>
                </a:lnTo>
                <a:lnTo>
                  <a:pt x="2130" y="472688"/>
                </a:lnTo>
                <a:lnTo>
                  <a:pt x="8398" y="426631"/>
                </a:lnTo>
                <a:lnTo>
                  <a:pt x="18617" y="381927"/>
                </a:lnTo>
                <a:lnTo>
                  <a:pt x="32602" y="338763"/>
                </a:lnTo>
                <a:lnTo>
                  <a:pt x="50168" y="297324"/>
                </a:lnTo>
                <a:lnTo>
                  <a:pt x="71129" y="257795"/>
                </a:lnTo>
                <a:lnTo>
                  <a:pt x="95299" y="220361"/>
                </a:lnTo>
                <a:lnTo>
                  <a:pt x="122493" y="185210"/>
                </a:lnTo>
                <a:lnTo>
                  <a:pt x="152525" y="152525"/>
                </a:lnTo>
                <a:lnTo>
                  <a:pt x="185210" y="122493"/>
                </a:lnTo>
                <a:lnTo>
                  <a:pt x="220361" y="95299"/>
                </a:lnTo>
                <a:lnTo>
                  <a:pt x="257795" y="71129"/>
                </a:lnTo>
                <a:lnTo>
                  <a:pt x="297324" y="50168"/>
                </a:lnTo>
                <a:lnTo>
                  <a:pt x="338763" y="32602"/>
                </a:lnTo>
                <a:lnTo>
                  <a:pt x="381927" y="18617"/>
                </a:lnTo>
                <a:lnTo>
                  <a:pt x="426631" y="8398"/>
                </a:lnTo>
                <a:lnTo>
                  <a:pt x="472688" y="2130"/>
                </a:lnTo>
                <a:lnTo>
                  <a:pt x="519913" y="0"/>
                </a:lnTo>
                <a:lnTo>
                  <a:pt x="14320532" y="0"/>
                </a:lnTo>
                <a:lnTo>
                  <a:pt x="14367757" y="2130"/>
                </a:lnTo>
                <a:lnTo>
                  <a:pt x="14413814" y="8398"/>
                </a:lnTo>
                <a:lnTo>
                  <a:pt x="14458517" y="18617"/>
                </a:lnTo>
                <a:lnTo>
                  <a:pt x="14501682" y="32602"/>
                </a:lnTo>
                <a:lnTo>
                  <a:pt x="14543121" y="50168"/>
                </a:lnTo>
                <a:lnTo>
                  <a:pt x="14582650" y="71129"/>
                </a:lnTo>
                <a:lnTo>
                  <a:pt x="14620083" y="95299"/>
                </a:lnTo>
                <a:lnTo>
                  <a:pt x="14655235" y="122493"/>
                </a:lnTo>
                <a:lnTo>
                  <a:pt x="14687920" y="152525"/>
                </a:lnTo>
                <a:lnTo>
                  <a:pt x="14717952" y="185210"/>
                </a:lnTo>
                <a:lnTo>
                  <a:pt x="14745146" y="220361"/>
                </a:lnTo>
                <a:lnTo>
                  <a:pt x="14769316" y="257795"/>
                </a:lnTo>
                <a:lnTo>
                  <a:pt x="14790276" y="297324"/>
                </a:lnTo>
                <a:lnTo>
                  <a:pt x="14807842" y="338763"/>
                </a:lnTo>
                <a:lnTo>
                  <a:pt x="14821827" y="381927"/>
                </a:lnTo>
                <a:lnTo>
                  <a:pt x="14827745" y="407813"/>
                </a:lnTo>
                <a:lnTo>
                  <a:pt x="14827745" y="8989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63740" y="8128045"/>
            <a:ext cx="1762124" cy="17811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8586" y="3001538"/>
            <a:ext cx="5553074" cy="555307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948305">
              <a:lnSpc>
                <a:spcPct val="100000"/>
              </a:lnSpc>
              <a:spcBef>
                <a:spcPts val="114"/>
              </a:spcBef>
            </a:pPr>
            <a:r>
              <a:rPr spc="-345" dirty="0"/>
              <a:t>Excel</a:t>
            </a:r>
            <a:r>
              <a:rPr spc="-250" dirty="0"/>
              <a:t> </a:t>
            </a:r>
            <a:r>
              <a:rPr spc="-345" dirty="0"/>
              <a:t>2016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350033" y="3641261"/>
            <a:ext cx="5994400" cy="3225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Es</a:t>
            </a:r>
            <a:r>
              <a:rPr sz="225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programa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realizar</a:t>
            </a:r>
            <a:r>
              <a:rPr sz="225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cálculo.</a:t>
            </a:r>
            <a:r>
              <a:rPr sz="225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75" dirty="0">
                <a:solidFill>
                  <a:srgbClr val="FFFFFF"/>
                </a:solidFill>
                <a:latin typeface="Verdana"/>
                <a:cs typeface="Verdana"/>
              </a:rPr>
              <a:t>Sus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herramientas</a:t>
            </a:r>
            <a:r>
              <a:rPr sz="2250" spc="210" dirty="0">
                <a:solidFill>
                  <a:srgbClr val="FFFFFF"/>
                </a:solidFill>
                <a:latin typeface="Verdana"/>
                <a:cs typeface="Verdana"/>
              </a:rPr>
              <a:t>  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permiten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procesar</a:t>
            </a:r>
            <a:r>
              <a:rPr sz="2250" spc="-4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datos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simples</a:t>
            </a:r>
            <a:r>
              <a:rPr sz="2250" spc="235" dirty="0">
                <a:solidFill>
                  <a:srgbClr val="FFFFFF"/>
                </a:solidFill>
                <a:latin typeface="Verdana"/>
                <a:cs typeface="Verdana"/>
              </a:rPr>
              <a:t>   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hasta</a:t>
            </a:r>
            <a:r>
              <a:rPr sz="2250" spc="245" dirty="0">
                <a:solidFill>
                  <a:srgbClr val="FFFFFF"/>
                </a:solidFill>
                <a:latin typeface="Verdana"/>
                <a:cs typeface="Verdana"/>
              </a:rPr>
              <a:t>   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cálculos</a:t>
            </a:r>
            <a:r>
              <a:rPr sz="2250" spc="250" dirty="0">
                <a:solidFill>
                  <a:srgbClr val="FFFFFF"/>
                </a:solidFill>
                <a:latin typeface="Verdana"/>
                <a:cs typeface="Verdana"/>
              </a:rPr>
              <a:t>   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complejos </a:t>
            </a:r>
            <a:r>
              <a:rPr sz="2250" spc="-100" dirty="0">
                <a:solidFill>
                  <a:srgbClr val="FFFFFF"/>
                </a:solidFill>
                <a:latin typeface="Verdana"/>
                <a:cs typeface="Verdana"/>
              </a:rPr>
              <a:t>(científicos,</a:t>
            </a:r>
            <a:r>
              <a:rPr sz="22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95" dirty="0">
                <a:solidFill>
                  <a:srgbClr val="FFFFFF"/>
                </a:solidFill>
                <a:latin typeface="Verdana"/>
                <a:cs typeface="Verdana"/>
              </a:rPr>
              <a:t>estadísticos,</a:t>
            </a:r>
            <a:r>
              <a:rPr sz="22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etc)</a:t>
            </a:r>
            <a:r>
              <a:rPr sz="22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2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80" dirty="0">
                <a:solidFill>
                  <a:srgbClr val="FFFFFF"/>
                </a:solidFill>
                <a:latin typeface="Verdana"/>
                <a:cs typeface="Verdana"/>
              </a:rPr>
              <a:t>manera</a:t>
            </a:r>
            <a:r>
              <a:rPr sz="2250" spc="-1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ágil.</a:t>
            </a:r>
            <a:endParaRPr sz="2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2250">
              <a:latin typeface="Verdana"/>
              <a:cs typeface="Verdana"/>
            </a:endParaRPr>
          </a:p>
          <a:p>
            <a:pPr marL="12700" marR="5080" algn="just">
              <a:lnSpc>
                <a:spcPct val="116700"/>
              </a:lnSpc>
            </a:pP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También</a:t>
            </a:r>
            <a:r>
              <a:rPr sz="2250" spc="2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se</a:t>
            </a:r>
            <a:r>
              <a:rPr sz="2250" spc="2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puede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visualizar</a:t>
            </a:r>
            <a:r>
              <a:rPr sz="2250" spc="25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datos</a:t>
            </a:r>
            <a:r>
              <a:rPr sz="2250" spc="30" dirty="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manera</a:t>
            </a:r>
            <a:r>
              <a:rPr sz="225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gráfica,</a:t>
            </a:r>
            <a:r>
              <a:rPr sz="225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genera</a:t>
            </a:r>
            <a:r>
              <a:rPr sz="225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40" dirty="0">
                <a:solidFill>
                  <a:srgbClr val="FFFFFF"/>
                </a:solidFill>
                <a:latin typeface="Verdana"/>
                <a:cs typeface="Verdana"/>
              </a:rPr>
              <a:t>archivos</a:t>
            </a:r>
            <a:r>
              <a:rPr sz="2250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.xls</a:t>
            </a:r>
            <a:r>
              <a:rPr sz="225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0" dirty="0">
                <a:solidFill>
                  <a:srgbClr val="FFFFFF"/>
                </a:solidFill>
                <a:latin typeface="Verdana"/>
                <a:cs typeface="Verdana"/>
              </a:rPr>
              <a:t>(hasta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office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80" dirty="0">
                <a:solidFill>
                  <a:srgbClr val="FFFFFF"/>
                </a:solidFill>
                <a:latin typeface="Verdana"/>
                <a:cs typeface="Verdana"/>
              </a:rPr>
              <a:t>2003)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1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45" dirty="0">
                <a:solidFill>
                  <a:srgbClr val="FFFFFF"/>
                </a:solidFill>
                <a:latin typeface="Verdana"/>
                <a:cs typeface="Verdana"/>
              </a:rPr>
              <a:t>.xlsx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35" dirty="0">
                <a:solidFill>
                  <a:srgbClr val="FFFFFF"/>
                </a:solidFill>
                <a:latin typeface="Verdana"/>
                <a:cs typeface="Verdana"/>
              </a:rPr>
              <a:t>(a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partir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Office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2007).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5624" y="1297076"/>
            <a:ext cx="14827885" cy="8990330"/>
          </a:xfrm>
          <a:custGeom>
            <a:avLst/>
            <a:gdLst/>
            <a:ahLst/>
            <a:cxnLst/>
            <a:rect l="l" t="t" r="r" b="b"/>
            <a:pathLst>
              <a:path w="14827885" h="8990330">
                <a:moveTo>
                  <a:pt x="14827745" y="8989923"/>
                </a:moveTo>
                <a:lnTo>
                  <a:pt x="0" y="8989923"/>
                </a:lnTo>
                <a:lnTo>
                  <a:pt x="0" y="519913"/>
                </a:lnTo>
                <a:lnTo>
                  <a:pt x="2130" y="472688"/>
                </a:lnTo>
                <a:lnTo>
                  <a:pt x="8398" y="426631"/>
                </a:lnTo>
                <a:lnTo>
                  <a:pt x="18617" y="381927"/>
                </a:lnTo>
                <a:lnTo>
                  <a:pt x="32602" y="338763"/>
                </a:lnTo>
                <a:lnTo>
                  <a:pt x="50168" y="297324"/>
                </a:lnTo>
                <a:lnTo>
                  <a:pt x="71129" y="257795"/>
                </a:lnTo>
                <a:lnTo>
                  <a:pt x="95299" y="220361"/>
                </a:lnTo>
                <a:lnTo>
                  <a:pt x="122493" y="185210"/>
                </a:lnTo>
                <a:lnTo>
                  <a:pt x="152525" y="152525"/>
                </a:lnTo>
                <a:lnTo>
                  <a:pt x="185210" y="122493"/>
                </a:lnTo>
                <a:lnTo>
                  <a:pt x="220361" y="95299"/>
                </a:lnTo>
                <a:lnTo>
                  <a:pt x="257795" y="71129"/>
                </a:lnTo>
                <a:lnTo>
                  <a:pt x="297324" y="50168"/>
                </a:lnTo>
                <a:lnTo>
                  <a:pt x="338763" y="32602"/>
                </a:lnTo>
                <a:lnTo>
                  <a:pt x="381927" y="18617"/>
                </a:lnTo>
                <a:lnTo>
                  <a:pt x="426631" y="8398"/>
                </a:lnTo>
                <a:lnTo>
                  <a:pt x="472688" y="2130"/>
                </a:lnTo>
                <a:lnTo>
                  <a:pt x="519913" y="0"/>
                </a:lnTo>
                <a:lnTo>
                  <a:pt x="14320532" y="0"/>
                </a:lnTo>
                <a:lnTo>
                  <a:pt x="14367757" y="2130"/>
                </a:lnTo>
                <a:lnTo>
                  <a:pt x="14413814" y="8398"/>
                </a:lnTo>
                <a:lnTo>
                  <a:pt x="14458517" y="18617"/>
                </a:lnTo>
                <a:lnTo>
                  <a:pt x="14501682" y="32602"/>
                </a:lnTo>
                <a:lnTo>
                  <a:pt x="14543121" y="50168"/>
                </a:lnTo>
                <a:lnTo>
                  <a:pt x="14582650" y="71129"/>
                </a:lnTo>
                <a:lnTo>
                  <a:pt x="14620083" y="95299"/>
                </a:lnTo>
                <a:lnTo>
                  <a:pt x="14655235" y="122493"/>
                </a:lnTo>
                <a:lnTo>
                  <a:pt x="14687920" y="152525"/>
                </a:lnTo>
                <a:lnTo>
                  <a:pt x="14717952" y="185210"/>
                </a:lnTo>
                <a:lnTo>
                  <a:pt x="14745146" y="220361"/>
                </a:lnTo>
                <a:lnTo>
                  <a:pt x="14769316" y="257795"/>
                </a:lnTo>
                <a:lnTo>
                  <a:pt x="14790276" y="297324"/>
                </a:lnTo>
                <a:lnTo>
                  <a:pt x="14807842" y="338763"/>
                </a:lnTo>
                <a:lnTo>
                  <a:pt x="14821827" y="381927"/>
                </a:lnTo>
                <a:lnTo>
                  <a:pt x="14827745" y="407813"/>
                </a:lnTo>
                <a:lnTo>
                  <a:pt x="14827745" y="8989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63740" y="8128045"/>
            <a:ext cx="1762124" cy="17811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5543" y="3718705"/>
            <a:ext cx="6896099" cy="387667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186940">
              <a:lnSpc>
                <a:spcPct val="100000"/>
              </a:lnSpc>
              <a:spcBef>
                <a:spcPts val="114"/>
              </a:spcBef>
            </a:pPr>
            <a:r>
              <a:rPr spc="-210" dirty="0"/>
              <a:t>Power</a:t>
            </a:r>
            <a:r>
              <a:rPr spc="-225" dirty="0"/>
              <a:t> </a:t>
            </a:r>
            <a:r>
              <a:rPr spc="-90" dirty="0"/>
              <a:t>point</a:t>
            </a:r>
            <a:r>
              <a:rPr spc="-225" dirty="0"/>
              <a:t> </a:t>
            </a:r>
            <a:r>
              <a:rPr spc="-345" dirty="0"/>
              <a:t>2016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590995" y="4030510"/>
            <a:ext cx="5994400" cy="2825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Permite</a:t>
            </a:r>
            <a:r>
              <a:rPr sz="22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crear</a:t>
            </a:r>
            <a:r>
              <a:rPr sz="22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2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difundir</a:t>
            </a:r>
            <a:r>
              <a:rPr sz="22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40" dirty="0">
                <a:solidFill>
                  <a:srgbClr val="FFFFFF"/>
                </a:solidFill>
                <a:latin typeface="Verdana"/>
                <a:cs typeface="Verdana"/>
              </a:rPr>
              <a:t>presentaciones</a:t>
            </a:r>
            <a:r>
              <a:rPr sz="22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diapositivas.</a:t>
            </a:r>
            <a:r>
              <a:rPr sz="2250" spc="4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Es</a:t>
            </a:r>
            <a:r>
              <a:rPr sz="2250" spc="4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muy</a:t>
            </a:r>
            <a:r>
              <a:rPr sz="2250" spc="4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útil</a:t>
            </a:r>
            <a:r>
              <a:rPr sz="2250" spc="4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2250" spc="4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5" dirty="0">
                <a:solidFill>
                  <a:srgbClr val="FFFFFF"/>
                </a:solidFill>
                <a:latin typeface="Verdana"/>
                <a:cs typeface="Verdana"/>
              </a:rPr>
              <a:t>transmitir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información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5" dirty="0">
                <a:solidFill>
                  <a:srgbClr val="FFFFFF"/>
                </a:solidFill>
                <a:latin typeface="Verdana"/>
                <a:cs typeface="Verdana"/>
              </a:rPr>
              <a:t>visual,</a:t>
            </a:r>
            <a:r>
              <a:rPr sz="225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hasta</a:t>
            </a:r>
            <a:r>
              <a:rPr sz="225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ayudar</a:t>
            </a:r>
            <a:r>
              <a:rPr sz="225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estudiar.</a:t>
            </a:r>
            <a:endParaRPr sz="2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225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</a:pP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Genera</a:t>
            </a:r>
            <a:r>
              <a:rPr sz="225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archivos</a:t>
            </a:r>
            <a:r>
              <a:rPr sz="22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.ppt</a:t>
            </a:r>
            <a:r>
              <a:rPr sz="22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80" dirty="0">
                <a:solidFill>
                  <a:srgbClr val="FFFFFF"/>
                </a:solidFill>
                <a:latin typeface="Verdana"/>
                <a:cs typeface="Verdana"/>
              </a:rPr>
              <a:t>(hasta</a:t>
            </a:r>
            <a:r>
              <a:rPr sz="225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Office</a:t>
            </a:r>
            <a:r>
              <a:rPr sz="22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50" dirty="0">
                <a:solidFill>
                  <a:srgbClr val="FFFFFF"/>
                </a:solidFill>
                <a:latin typeface="Verdana"/>
                <a:cs typeface="Verdana"/>
              </a:rPr>
              <a:t>2003),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endParaRPr sz="225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450"/>
              </a:spcBef>
            </a:pPr>
            <a:r>
              <a:rPr sz="2250" spc="-100" dirty="0">
                <a:solidFill>
                  <a:srgbClr val="FFFFFF"/>
                </a:solidFill>
                <a:latin typeface="Verdana"/>
                <a:cs typeface="Verdana"/>
              </a:rPr>
              <a:t>.pptx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35" dirty="0">
                <a:solidFill>
                  <a:srgbClr val="FFFFFF"/>
                </a:solidFill>
                <a:latin typeface="Verdana"/>
                <a:cs typeface="Verdana"/>
              </a:rPr>
              <a:t>(a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0" dirty="0">
                <a:solidFill>
                  <a:srgbClr val="FFFFFF"/>
                </a:solidFill>
                <a:latin typeface="Verdana"/>
                <a:cs typeface="Verdana"/>
              </a:rPr>
              <a:t>partir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2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Office</a:t>
            </a:r>
            <a:r>
              <a:rPr sz="22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2007).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5624" y="1297076"/>
            <a:ext cx="14827885" cy="8990330"/>
          </a:xfrm>
          <a:custGeom>
            <a:avLst/>
            <a:gdLst/>
            <a:ahLst/>
            <a:cxnLst/>
            <a:rect l="l" t="t" r="r" b="b"/>
            <a:pathLst>
              <a:path w="14827885" h="8990330">
                <a:moveTo>
                  <a:pt x="14827745" y="8989923"/>
                </a:moveTo>
                <a:lnTo>
                  <a:pt x="0" y="8989923"/>
                </a:lnTo>
                <a:lnTo>
                  <a:pt x="0" y="519913"/>
                </a:lnTo>
                <a:lnTo>
                  <a:pt x="2130" y="472688"/>
                </a:lnTo>
                <a:lnTo>
                  <a:pt x="8398" y="426631"/>
                </a:lnTo>
                <a:lnTo>
                  <a:pt x="18617" y="381927"/>
                </a:lnTo>
                <a:lnTo>
                  <a:pt x="32602" y="338763"/>
                </a:lnTo>
                <a:lnTo>
                  <a:pt x="50168" y="297324"/>
                </a:lnTo>
                <a:lnTo>
                  <a:pt x="71129" y="257795"/>
                </a:lnTo>
                <a:lnTo>
                  <a:pt x="95299" y="220361"/>
                </a:lnTo>
                <a:lnTo>
                  <a:pt x="122493" y="185210"/>
                </a:lnTo>
                <a:lnTo>
                  <a:pt x="152525" y="152525"/>
                </a:lnTo>
                <a:lnTo>
                  <a:pt x="185210" y="122493"/>
                </a:lnTo>
                <a:lnTo>
                  <a:pt x="220361" y="95299"/>
                </a:lnTo>
                <a:lnTo>
                  <a:pt x="257795" y="71129"/>
                </a:lnTo>
                <a:lnTo>
                  <a:pt x="297324" y="50168"/>
                </a:lnTo>
                <a:lnTo>
                  <a:pt x="338763" y="32602"/>
                </a:lnTo>
                <a:lnTo>
                  <a:pt x="381927" y="18617"/>
                </a:lnTo>
                <a:lnTo>
                  <a:pt x="426631" y="8398"/>
                </a:lnTo>
                <a:lnTo>
                  <a:pt x="472688" y="2130"/>
                </a:lnTo>
                <a:lnTo>
                  <a:pt x="519913" y="0"/>
                </a:lnTo>
                <a:lnTo>
                  <a:pt x="14320532" y="0"/>
                </a:lnTo>
                <a:lnTo>
                  <a:pt x="14367757" y="2130"/>
                </a:lnTo>
                <a:lnTo>
                  <a:pt x="14413814" y="8398"/>
                </a:lnTo>
                <a:lnTo>
                  <a:pt x="14458517" y="18617"/>
                </a:lnTo>
                <a:lnTo>
                  <a:pt x="14501682" y="32602"/>
                </a:lnTo>
                <a:lnTo>
                  <a:pt x="14543121" y="50168"/>
                </a:lnTo>
                <a:lnTo>
                  <a:pt x="14582650" y="71129"/>
                </a:lnTo>
                <a:lnTo>
                  <a:pt x="14620083" y="95299"/>
                </a:lnTo>
                <a:lnTo>
                  <a:pt x="14655235" y="122493"/>
                </a:lnTo>
                <a:lnTo>
                  <a:pt x="14687920" y="152525"/>
                </a:lnTo>
                <a:lnTo>
                  <a:pt x="14717952" y="185210"/>
                </a:lnTo>
                <a:lnTo>
                  <a:pt x="14745146" y="220361"/>
                </a:lnTo>
                <a:lnTo>
                  <a:pt x="14769316" y="257795"/>
                </a:lnTo>
                <a:lnTo>
                  <a:pt x="14790276" y="297324"/>
                </a:lnTo>
                <a:lnTo>
                  <a:pt x="14807842" y="338763"/>
                </a:lnTo>
                <a:lnTo>
                  <a:pt x="14821827" y="381927"/>
                </a:lnTo>
                <a:lnTo>
                  <a:pt x="14827745" y="407813"/>
                </a:lnTo>
                <a:lnTo>
                  <a:pt x="14827745" y="8989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63740" y="8128045"/>
            <a:ext cx="1762124" cy="17811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9337" y="3461624"/>
            <a:ext cx="6857999" cy="441007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186940">
              <a:lnSpc>
                <a:spcPct val="100000"/>
              </a:lnSpc>
              <a:spcBef>
                <a:spcPts val="114"/>
              </a:spcBef>
            </a:pPr>
            <a:r>
              <a:rPr lang="en-US" spc="-210" dirty="0" err="1"/>
              <a:t>Acces</a:t>
            </a:r>
            <a:r>
              <a:rPr lang="en-US" spc="-210" dirty="0"/>
              <a:t> </a:t>
            </a:r>
            <a:r>
              <a:rPr spc="-345" dirty="0"/>
              <a:t>2016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590995" y="4030510"/>
            <a:ext cx="5994400" cy="2825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95"/>
              </a:spcBef>
            </a:pP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Es</a:t>
            </a:r>
            <a:r>
              <a:rPr sz="225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25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programa</a:t>
            </a:r>
            <a:r>
              <a:rPr sz="225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225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generar</a:t>
            </a:r>
            <a:r>
              <a:rPr sz="225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250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gestionar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bases</a:t>
            </a:r>
            <a:r>
              <a:rPr sz="2250" spc="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25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datos,</a:t>
            </a:r>
            <a:r>
              <a:rPr sz="2250" spc="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250" spc="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manera</a:t>
            </a:r>
            <a:r>
              <a:rPr sz="225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más</a:t>
            </a:r>
            <a:r>
              <a:rPr sz="2250" spc="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225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menos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amigable.</a:t>
            </a:r>
            <a:endParaRPr sz="2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2250">
              <a:latin typeface="Verdana"/>
              <a:cs typeface="Verdana"/>
            </a:endParaRPr>
          </a:p>
          <a:p>
            <a:pPr marL="12700" marR="5080" algn="just">
              <a:lnSpc>
                <a:spcPct val="116700"/>
              </a:lnSpc>
            </a:pP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Aunque</a:t>
            </a:r>
            <a:r>
              <a:rPr sz="2250" spc="22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es</a:t>
            </a:r>
            <a:r>
              <a:rPr sz="2250" spc="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mucho</a:t>
            </a:r>
            <a:r>
              <a:rPr sz="2250" spc="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más</a:t>
            </a:r>
            <a:r>
              <a:rPr sz="2250" spc="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simple</a:t>
            </a:r>
            <a:r>
              <a:rPr sz="2250" spc="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2250" spc="2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sz="2250" spc="2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Verdana"/>
                <a:cs typeface="Verdana"/>
              </a:rPr>
              <a:t>el </a:t>
            </a:r>
            <a:r>
              <a:rPr sz="2250" spc="-20" dirty="0">
                <a:solidFill>
                  <a:srgbClr val="FFFFFF"/>
                </a:solidFill>
                <a:latin typeface="Verdana"/>
                <a:cs typeface="Verdana"/>
              </a:rPr>
              <a:t>pasado</a:t>
            </a:r>
            <a:r>
              <a:rPr sz="22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Verdana"/>
                <a:cs typeface="Verdana"/>
              </a:rPr>
              <a:t>crear</a:t>
            </a:r>
            <a:r>
              <a:rPr sz="22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45" dirty="0">
                <a:solidFill>
                  <a:srgbClr val="FFFFFF"/>
                </a:solidFill>
                <a:latin typeface="Verdana"/>
                <a:cs typeface="Verdana"/>
              </a:rPr>
              <a:t>bases</a:t>
            </a:r>
            <a:r>
              <a:rPr sz="22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2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70" dirty="0">
                <a:solidFill>
                  <a:srgbClr val="FFFFFF"/>
                </a:solidFill>
                <a:latin typeface="Verdana"/>
                <a:cs typeface="Verdana"/>
              </a:rPr>
              <a:t>datos,</a:t>
            </a:r>
            <a:r>
              <a:rPr sz="22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su</a:t>
            </a:r>
            <a:r>
              <a:rPr sz="22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dirty="0">
                <a:solidFill>
                  <a:srgbClr val="FFFFFF"/>
                </a:solidFill>
                <a:latin typeface="Verdana"/>
                <a:cs typeface="Verdana"/>
              </a:rPr>
              <a:t>uso</a:t>
            </a:r>
            <a:r>
              <a:rPr sz="22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50" dirty="0">
                <a:solidFill>
                  <a:srgbClr val="FFFFFF"/>
                </a:solidFill>
                <a:latin typeface="Verdana"/>
                <a:cs typeface="Verdana"/>
              </a:rPr>
              <a:t>actual predomina</a:t>
            </a:r>
            <a:r>
              <a:rPr sz="22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65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sz="22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7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22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Verdana"/>
                <a:cs typeface="Verdana"/>
              </a:rPr>
              <a:t>programación.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3063-CF31-9674-741C-BD8AA3C0D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DCF1F11-35FF-783F-6A65-FB80B7601A67}"/>
              </a:ext>
            </a:extLst>
          </p:cNvPr>
          <p:cNvSpPr/>
          <p:nvPr/>
        </p:nvSpPr>
        <p:spPr>
          <a:xfrm>
            <a:off x="1730057" y="1291907"/>
            <a:ext cx="14827885" cy="8990330"/>
          </a:xfrm>
          <a:custGeom>
            <a:avLst/>
            <a:gdLst/>
            <a:ahLst/>
            <a:cxnLst/>
            <a:rect l="l" t="t" r="r" b="b"/>
            <a:pathLst>
              <a:path w="14827885" h="8990330">
                <a:moveTo>
                  <a:pt x="14827745" y="8989923"/>
                </a:moveTo>
                <a:lnTo>
                  <a:pt x="0" y="8989923"/>
                </a:lnTo>
                <a:lnTo>
                  <a:pt x="0" y="519913"/>
                </a:lnTo>
                <a:lnTo>
                  <a:pt x="2130" y="472688"/>
                </a:lnTo>
                <a:lnTo>
                  <a:pt x="8398" y="426631"/>
                </a:lnTo>
                <a:lnTo>
                  <a:pt x="18617" y="381927"/>
                </a:lnTo>
                <a:lnTo>
                  <a:pt x="32602" y="338763"/>
                </a:lnTo>
                <a:lnTo>
                  <a:pt x="50168" y="297324"/>
                </a:lnTo>
                <a:lnTo>
                  <a:pt x="71129" y="257795"/>
                </a:lnTo>
                <a:lnTo>
                  <a:pt x="95299" y="220361"/>
                </a:lnTo>
                <a:lnTo>
                  <a:pt x="122493" y="185210"/>
                </a:lnTo>
                <a:lnTo>
                  <a:pt x="152525" y="152525"/>
                </a:lnTo>
                <a:lnTo>
                  <a:pt x="185210" y="122493"/>
                </a:lnTo>
                <a:lnTo>
                  <a:pt x="220361" y="95299"/>
                </a:lnTo>
                <a:lnTo>
                  <a:pt x="257795" y="71129"/>
                </a:lnTo>
                <a:lnTo>
                  <a:pt x="297324" y="50168"/>
                </a:lnTo>
                <a:lnTo>
                  <a:pt x="338763" y="32602"/>
                </a:lnTo>
                <a:lnTo>
                  <a:pt x="381927" y="18617"/>
                </a:lnTo>
                <a:lnTo>
                  <a:pt x="426631" y="8398"/>
                </a:lnTo>
                <a:lnTo>
                  <a:pt x="472688" y="2130"/>
                </a:lnTo>
                <a:lnTo>
                  <a:pt x="519913" y="0"/>
                </a:lnTo>
                <a:lnTo>
                  <a:pt x="14320532" y="0"/>
                </a:lnTo>
                <a:lnTo>
                  <a:pt x="14367757" y="2130"/>
                </a:lnTo>
                <a:lnTo>
                  <a:pt x="14413814" y="8398"/>
                </a:lnTo>
                <a:lnTo>
                  <a:pt x="14458517" y="18617"/>
                </a:lnTo>
                <a:lnTo>
                  <a:pt x="14501682" y="32602"/>
                </a:lnTo>
                <a:lnTo>
                  <a:pt x="14543121" y="50168"/>
                </a:lnTo>
                <a:lnTo>
                  <a:pt x="14582650" y="71129"/>
                </a:lnTo>
                <a:lnTo>
                  <a:pt x="14620083" y="95299"/>
                </a:lnTo>
                <a:lnTo>
                  <a:pt x="14655235" y="122493"/>
                </a:lnTo>
                <a:lnTo>
                  <a:pt x="14687920" y="152525"/>
                </a:lnTo>
                <a:lnTo>
                  <a:pt x="14717952" y="185210"/>
                </a:lnTo>
                <a:lnTo>
                  <a:pt x="14745146" y="220361"/>
                </a:lnTo>
                <a:lnTo>
                  <a:pt x="14769316" y="257795"/>
                </a:lnTo>
                <a:lnTo>
                  <a:pt x="14790276" y="297324"/>
                </a:lnTo>
                <a:lnTo>
                  <a:pt x="14807842" y="338763"/>
                </a:lnTo>
                <a:lnTo>
                  <a:pt x="14821827" y="381927"/>
                </a:lnTo>
                <a:lnTo>
                  <a:pt x="14827745" y="407813"/>
                </a:lnTo>
                <a:lnTo>
                  <a:pt x="14827745" y="8989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3AA83C0-A2B1-048E-97A6-FF5F7AE7A9D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63740" y="8128045"/>
            <a:ext cx="1762124" cy="1781174"/>
          </a:xfrm>
          <a:prstGeom prst="rect">
            <a:avLst/>
          </a:prstGeom>
        </p:spPr>
      </p:pic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ACE93561-DC3B-9E97-9544-A4CACBF005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9942" y="1876405"/>
            <a:ext cx="9692857" cy="106118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r>
              <a:rPr lang="es-GT" dirty="0"/>
              <a:t>Alternativas Libres: LibreOffice y el Entorno Linux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6B8923E-9274-6AD4-DABA-037DC51D6A25}"/>
              </a:ext>
            </a:extLst>
          </p:cNvPr>
          <p:cNvSpPr txBox="1"/>
          <p:nvPr/>
        </p:nvSpPr>
        <p:spPr>
          <a:xfrm>
            <a:off x="3886200" y="3086100"/>
            <a:ext cx="11699195" cy="6290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s-GT" sz="2400" dirty="0">
                <a:solidFill>
                  <a:schemeClr val="bg1"/>
                </a:solidFill>
              </a:rPr>
              <a:t>Como futuros Ingenieros, es vital dominar alternativas </a:t>
            </a:r>
            <a:r>
              <a:rPr lang="es-GT" sz="2400" i="1" dirty="0">
                <a:solidFill>
                  <a:schemeClr val="bg1"/>
                </a:solidFill>
              </a:rPr>
              <a:t>Open </a:t>
            </a:r>
            <a:r>
              <a:rPr lang="es-GT" sz="2400" i="1" dirty="0" err="1">
                <a:solidFill>
                  <a:schemeClr val="bg1"/>
                </a:solidFill>
              </a:rPr>
              <a:t>Source</a:t>
            </a:r>
            <a:r>
              <a:rPr lang="es-GT" sz="2400" dirty="0">
                <a:solidFill>
                  <a:schemeClr val="bg1"/>
                </a:solidFill>
              </a:rPr>
              <a:t> que no dependan de software privativo. LibreOffice es la suite libre más robusta y compatible del ecosistema Linux/Ubuntu. </a:t>
            </a:r>
          </a:p>
          <a:p>
            <a:r>
              <a:rPr lang="es-GT" sz="2400" b="1" dirty="0">
                <a:solidFill>
                  <a:schemeClr val="bg1"/>
                </a:solidFill>
              </a:rPr>
              <a:t>Componentes Equivalentes:</a:t>
            </a:r>
          </a:p>
          <a:p>
            <a:endParaRPr lang="es-GT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 sz="2400" b="1" dirty="0">
                <a:solidFill>
                  <a:schemeClr val="bg1"/>
                </a:solidFill>
              </a:rPr>
              <a:t>Writer:</a:t>
            </a:r>
            <a:r>
              <a:rPr lang="es-GT" sz="2400" dirty="0">
                <a:solidFill>
                  <a:schemeClr val="bg1"/>
                </a:solidFill>
              </a:rPr>
              <a:t> Procesador de textos profesional (Alternativa directa a MS Word).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GT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 sz="2400" b="1" dirty="0">
                <a:solidFill>
                  <a:schemeClr val="bg1"/>
                </a:solidFill>
              </a:rPr>
              <a:t>Calc:</a:t>
            </a:r>
            <a:r>
              <a:rPr lang="es-GT" sz="2400" dirty="0">
                <a:solidFill>
                  <a:schemeClr val="bg1"/>
                </a:solidFill>
              </a:rPr>
              <a:t> Hoja de cálculo avanzada con soporte matricial (Alternativa a MS Excel).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GT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 sz="2400" b="1" dirty="0" err="1">
                <a:solidFill>
                  <a:schemeClr val="bg1"/>
                </a:solidFill>
              </a:rPr>
              <a:t>Impress</a:t>
            </a:r>
            <a:r>
              <a:rPr lang="es-GT" sz="2400" b="1" dirty="0">
                <a:solidFill>
                  <a:schemeClr val="bg1"/>
                </a:solidFill>
              </a:rPr>
              <a:t>:</a:t>
            </a:r>
            <a:r>
              <a:rPr lang="es-GT" sz="2400" dirty="0">
                <a:solidFill>
                  <a:schemeClr val="bg1"/>
                </a:solidFill>
              </a:rPr>
              <a:t> Gestor de presentaciones multimedia (Alternativa a MS PowerPoint).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GT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GT" sz="2400" b="1" dirty="0">
                <a:solidFill>
                  <a:schemeClr val="bg1"/>
                </a:solidFill>
              </a:rPr>
              <a:t>Base:</a:t>
            </a:r>
            <a:r>
              <a:rPr lang="es-GT" sz="2400" dirty="0">
                <a:solidFill>
                  <a:schemeClr val="bg1"/>
                </a:solidFill>
              </a:rPr>
              <a:t> Sistema Gestor de Bases de Datos RDBMS (Alternativa a MS Access).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GT" sz="2400" dirty="0">
              <a:solidFill>
                <a:schemeClr val="bg1"/>
              </a:solidFill>
            </a:endParaRPr>
          </a:p>
          <a:p>
            <a:r>
              <a:rPr lang="es-GT" sz="2400" b="1" dirty="0">
                <a:solidFill>
                  <a:schemeClr val="bg1"/>
                </a:solidFill>
              </a:rPr>
              <a:t>Ventajas de Ingeniería:</a:t>
            </a:r>
            <a:r>
              <a:rPr lang="es-GT" sz="2400" dirty="0">
                <a:solidFill>
                  <a:schemeClr val="bg1"/>
                </a:solidFill>
              </a:rPr>
              <a:t> Uso de estándares abiertos (</a:t>
            </a:r>
            <a:r>
              <a:rPr lang="es-GT" sz="2400" b="1" dirty="0">
                <a:solidFill>
                  <a:schemeClr val="bg1"/>
                </a:solidFill>
              </a:rPr>
              <a:t>ODF</a:t>
            </a:r>
            <a:r>
              <a:rPr lang="es-GT" sz="2400" dirty="0">
                <a:solidFill>
                  <a:schemeClr val="bg1"/>
                </a:solidFill>
              </a:rPr>
              <a:t> - </a:t>
            </a:r>
            <a:r>
              <a:rPr lang="es-GT" sz="2400" i="1" dirty="0">
                <a:solidFill>
                  <a:schemeClr val="bg1"/>
                </a:solidFill>
              </a:rPr>
              <a:t>Open </a:t>
            </a:r>
            <a:r>
              <a:rPr lang="es-GT" sz="2400" i="1" dirty="0" err="1">
                <a:solidFill>
                  <a:schemeClr val="bg1"/>
                </a:solidFill>
              </a:rPr>
              <a:t>Document</a:t>
            </a:r>
            <a:r>
              <a:rPr lang="es-GT" sz="2400" i="1" dirty="0">
                <a:solidFill>
                  <a:schemeClr val="bg1"/>
                </a:solidFill>
              </a:rPr>
              <a:t> </a:t>
            </a:r>
            <a:r>
              <a:rPr lang="es-GT" sz="2400" i="1" dirty="0" err="1">
                <a:solidFill>
                  <a:schemeClr val="bg1"/>
                </a:solidFill>
              </a:rPr>
              <a:t>Format</a:t>
            </a:r>
            <a:r>
              <a:rPr lang="es-GT" sz="2400" dirty="0">
                <a:solidFill>
                  <a:schemeClr val="bg1"/>
                </a:solidFill>
              </a:rPr>
              <a:t>), portabilidad nativa multiplataforma (Linux, Windows, macOS) y posibilidad de automatización mediante </a:t>
            </a:r>
            <a:r>
              <a:rPr lang="es-GT" sz="2400" i="1" dirty="0">
                <a:solidFill>
                  <a:schemeClr val="bg1"/>
                </a:solidFill>
              </a:rPr>
              <a:t>scripts</a:t>
            </a:r>
            <a:r>
              <a:rPr lang="es-GT" sz="2400" dirty="0">
                <a:solidFill>
                  <a:schemeClr val="bg1"/>
                </a:solidFill>
              </a:rPr>
              <a:t> en Python o LibreOffice Basic en entornos de servidores.</a:t>
            </a:r>
          </a:p>
        </p:txBody>
      </p:sp>
    </p:spTree>
    <p:extLst>
      <p:ext uri="{BB962C8B-B14F-4D97-AF65-F5344CB8AC3E}">
        <p14:creationId xmlns:p14="http://schemas.microsoft.com/office/powerpoint/2010/main" val="1089010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59976-9EA3-B989-913D-F8D1AA7CB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1AE45A1-16CE-C2AE-79A4-F52D8B9E6D36}"/>
              </a:ext>
            </a:extLst>
          </p:cNvPr>
          <p:cNvSpPr/>
          <p:nvPr/>
        </p:nvSpPr>
        <p:spPr>
          <a:xfrm>
            <a:off x="1730057" y="1291907"/>
            <a:ext cx="14827885" cy="8990330"/>
          </a:xfrm>
          <a:custGeom>
            <a:avLst/>
            <a:gdLst/>
            <a:ahLst/>
            <a:cxnLst/>
            <a:rect l="l" t="t" r="r" b="b"/>
            <a:pathLst>
              <a:path w="14827885" h="8990330">
                <a:moveTo>
                  <a:pt x="14827745" y="8989923"/>
                </a:moveTo>
                <a:lnTo>
                  <a:pt x="0" y="8989923"/>
                </a:lnTo>
                <a:lnTo>
                  <a:pt x="0" y="519913"/>
                </a:lnTo>
                <a:lnTo>
                  <a:pt x="2130" y="472688"/>
                </a:lnTo>
                <a:lnTo>
                  <a:pt x="8398" y="426631"/>
                </a:lnTo>
                <a:lnTo>
                  <a:pt x="18617" y="381927"/>
                </a:lnTo>
                <a:lnTo>
                  <a:pt x="32602" y="338763"/>
                </a:lnTo>
                <a:lnTo>
                  <a:pt x="50168" y="297324"/>
                </a:lnTo>
                <a:lnTo>
                  <a:pt x="71129" y="257795"/>
                </a:lnTo>
                <a:lnTo>
                  <a:pt x="95299" y="220361"/>
                </a:lnTo>
                <a:lnTo>
                  <a:pt x="122493" y="185210"/>
                </a:lnTo>
                <a:lnTo>
                  <a:pt x="152525" y="152525"/>
                </a:lnTo>
                <a:lnTo>
                  <a:pt x="185210" y="122493"/>
                </a:lnTo>
                <a:lnTo>
                  <a:pt x="220361" y="95299"/>
                </a:lnTo>
                <a:lnTo>
                  <a:pt x="257795" y="71129"/>
                </a:lnTo>
                <a:lnTo>
                  <a:pt x="297324" y="50168"/>
                </a:lnTo>
                <a:lnTo>
                  <a:pt x="338763" y="32602"/>
                </a:lnTo>
                <a:lnTo>
                  <a:pt x="381927" y="18617"/>
                </a:lnTo>
                <a:lnTo>
                  <a:pt x="426631" y="8398"/>
                </a:lnTo>
                <a:lnTo>
                  <a:pt x="472688" y="2130"/>
                </a:lnTo>
                <a:lnTo>
                  <a:pt x="519913" y="0"/>
                </a:lnTo>
                <a:lnTo>
                  <a:pt x="14320532" y="0"/>
                </a:lnTo>
                <a:lnTo>
                  <a:pt x="14367757" y="2130"/>
                </a:lnTo>
                <a:lnTo>
                  <a:pt x="14413814" y="8398"/>
                </a:lnTo>
                <a:lnTo>
                  <a:pt x="14458517" y="18617"/>
                </a:lnTo>
                <a:lnTo>
                  <a:pt x="14501682" y="32602"/>
                </a:lnTo>
                <a:lnTo>
                  <a:pt x="14543121" y="50168"/>
                </a:lnTo>
                <a:lnTo>
                  <a:pt x="14582650" y="71129"/>
                </a:lnTo>
                <a:lnTo>
                  <a:pt x="14620083" y="95299"/>
                </a:lnTo>
                <a:lnTo>
                  <a:pt x="14655235" y="122493"/>
                </a:lnTo>
                <a:lnTo>
                  <a:pt x="14687920" y="152525"/>
                </a:lnTo>
                <a:lnTo>
                  <a:pt x="14717952" y="185210"/>
                </a:lnTo>
                <a:lnTo>
                  <a:pt x="14745146" y="220361"/>
                </a:lnTo>
                <a:lnTo>
                  <a:pt x="14769316" y="257795"/>
                </a:lnTo>
                <a:lnTo>
                  <a:pt x="14790276" y="297324"/>
                </a:lnTo>
                <a:lnTo>
                  <a:pt x="14807842" y="338763"/>
                </a:lnTo>
                <a:lnTo>
                  <a:pt x="14821827" y="381927"/>
                </a:lnTo>
                <a:lnTo>
                  <a:pt x="14827745" y="407813"/>
                </a:lnTo>
                <a:lnTo>
                  <a:pt x="14827745" y="8989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5EF52BC-FB40-A843-986A-5D175584F9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63740" y="8128045"/>
            <a:ext cx="1762124" cy="1781174"/>
          </a:xfrm>
          <a:prstGeom prst="rect">
            <a:avLst/>
          </a:prstGeom>
        </p:spPr>
      </p:pic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F67A8AF5-8603-238B-ADA6-3FDA91E34F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9942" y="1876405"/>
            <a:ext cx="9692857" cy="106118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r>
              <a:rPr lang="es-GT" dirty="0"/>
              <a:t>Modelos de Licenciamiento: Privativo vs. Código Abierto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D2C02BA-A864-180B-BB14-D331E2D32B2C}"/>
              </a:ext>
            </a:extLst>
          </p:cNvPr>
          <p:cNvSpPr txBox="1"/>
          <p:nvPr/>
        </p:nvSpPr>
        <p:spPr>
          <a:xfrm>
            <a:off x="3886200" y="3086100"/>
            <a:ext cx="11699195" cy="6552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s-GT" sz="2500" b="1" dirty="0">
                <a:solidFill>
                  <a:schemeClr val="bg1"/>
                </a:solidFill>
              </a:rPr>
              <a:t>Microsoft Office / 365 (Software Privativo):</a:t>
            </a:r>
          </a:p>
          <a:p>
            <a:endParaRPr lang="es-GT" sz="2500" dirty="0">
              <a:solidFill>
                <a:schemeClr val="bg1"/>
              </a:solidFill>
            </a:endParaRPr>
          </a:p>
          <a:p>
            <a:pPr marL="342900" indent="-342900">
              <a:buFontTx/>
              <a:buChar char="-"/>
            </a:pPr>
            <a:r>
              <a:rPr lang="es-GT" sz="2500" b="1" dirty="0">
                <a:solidFill>
                  <a:schemeClr val="bg1"/>
                </a:solidFill>
              </a:rPr>
              <a:t>Modelo Comercial:</a:t>
            </a:r>
            <a:r>
              <a:rPr lang="es-GT" sz="2500" dirty="0">
                <a:solidFill>
                  <a:schemeClr val="bg1"/>
                </a:solidFill>
              </a:rPr>
              <a:t> Licencia por volumen (empresarial), pago único (Office LTSC) o suscripción mensual/anual por usuario bajo el modelo SaaS (Software as a Service) con almacenamiento en la nube OneDrive. </a:t>
            </a:r>
          </a:p>
          <a:p>
            <a:endParaRPr lang="es-GT" sz="2500" dirty="0">
              <a:solidFill>
                <a:schemeClr val="bg1"/>
              </a:solidFill>
            </a:endParaRPr>
          </a:p>
          <a:p>
            <a:pPr marL="342900" indent="-342900">
              <a:buFontTx/>
              <a:buChar char="-"/>
            </a:pPr>
            <a:r>
              <a:rPr lang="es-GT" sz="2500" b="1" dirty="0">
                <a:solidFill>
                  <a:schemeClr val="bg1"/>
                </a:solidFill>
              </a:rPr>
              <a:t>Costos de Mercado Promedio (2026):</a:t>
            </a:r>
          </a:p>
          <a:p>
            <a:pPr lvl="3"/>
            <a:r>
              <a:rPr lang="es-GT" sz="2500" i="1" dirty="0">
                <a:solidFill>
                  <a:schemeClr val="bg1"/>
                </a:solidFill>
              </a:rPr>
              <a:t>  *   Microsoft 365 Familia/Personal:</a:t>
            </a:r>
            <a:r>
              <a:rPr lang="es-GT" sz="2500" dirty="0">
                <a:solidFill>
                  <a:schemeClr val="bg1"/>
                </a:solidFill>
              </a:rPr>
              <a:t> De $70 a $100 USD anuales.</a:t>
            </a:r>
          </a:p>
          <a:p>
            <a:pPr lvl="1"/>
            <a:endParaRPr lang="es-GT" sz="2500" dirty="0">
              <a:solidFill>
                <a:schemeClr val="bg1"/>
              </a:solidFill>
            </a:endParaRPr>
          </a:p>
          <a:p>
            <a:pPr lvl="1"/>
            <a:r>
              <a:rPr lang="es-GT" sz="2500" i="1" dirty="0">
                <a:solidFill>
                  <a:schemeClr val="bg1"/>
                </a:solidFill>
              </a:rPr>
              <a:t>   *  Microsoft 365 Empresa (Business Standard):</a:t>
            </a:r>
            <a:r>
              <a:rPr lang="es-GT" sz="2500" dirty="0">
                <a:solidFill>
                  <a:schemeClr val="bg1"/>
                </a:solidFill>
              </a:rPr>
              <a:t> ~$12.50 USD por usuario al mes.</a:t>
            </a:r>
          </a:p>
          <a:p>
            <a:r>
              <a:rPr lang="es-GT" sz="2500" b="1" dirty="0">
                <a:solidFill>
                  <a:schemeClr val="bg1"/>
                </a:solidFill>
              </a:rPr>
              <a:t>LibreOffice (Licencia Libre MPLv2.0):</a:t>
            </a:r>
          </a:p>
          <a:p>
            <a:endParaRPr lang="es-GT" sz="2500" dirty="0">
              <a:solidFill>
                <a:schemeClr val="bg1"/>
              </a:solidFill>
            </a:endParaRPr>
          </a:p>
          <a:p>
            <a:r>
              <a:rPr lang="es-GT" sz="2500" b="1" dirty="0">
                <a:solidFill>
                  <a:schemeClr val="bg1"/>
                </a:solidFill>
              </a:rPr>
              <a:t>Costo de Adquisición:</a:t>
            </a:r>
            <a:r>
              <a:rPr lang="es-GT" sz="2500" dirty="0">
                <a:solidFill>
                  <a:schemeClr val="bg1"/>
                </a:solidFill>
              </a:rPr>
              <a:t> </a:t>
            </a:r>
            <a:r>
              <a:rPr lang="es-GT" sz="2500" b="1" dirty="0">
                <a:solidFill>
                  <a:schemeClr val="bg1"/>
                </a:solidFill>
              </a:rPr>
              <a:t>$0.00 USD (Totalmente gratuito).</a:t>
            </a:r>
          </a:p>
          <a:p>
            <a:endParaRPr lang="es-GT" sz="2500" dirty="0">
              <a:solidFill>
                <a:schemeClr val="bg1"/>
              </a:solidFill>
            </a:endParaRPr>
          </a:p>
          <a:p>
            <a:r>
              <a:rPr lang="es-GT" sz="2500" b="1" dirty="0">
                <a:solidFill>
                  <a:schemeClr val="bg1"/>
                </a:solidFill>
              </a:rPr>
              <a:t>Filosofía Open </a:t>
            </a:r>
            <a:r>
              <a:rPr lang="es-GT" sz="2500" b="1" dirty="0" err="1">
                <a:solidFill>
                  <a:schemeClr val="bg1"/>
                </a:solidFill>
              </a:rPr>
              <a:t>Source</a:t>
            </a:r>
            <a:r>
              <a:rPr lang="es-GT" sz="2500" b="1" dirty="0">
                <a:solidFill>
                  <a:schemeClr val="bg1"/>
                </a:solidFill>
              </a:rPr>
              <a:t>:</a:t>
            </a:r>
            <a:r>
              <a:rPr lang="es-GT" sz="2500" dirty="0">
                <a:solidFill>
                  <a:schemeClr val="bg1"/>
                </a:solidFill>
              </a:rPr>
              <a:t> Permite la libre copia, modificación, distribución e instalación ilimitada en cualquier cantidad de computadoras personales, servidores o laboratorios universitarios sin auditorías ni penalizaciones de software.</a:t>
            </a:r>
          </a:p>
        </p:txBody>
      </p:sp>
    </p:spTree>
    <p:extLst>
      <p:ext uri="{BB962C8B-B14F-4D97-AF65-F5344CB8AC3E}">
        <p14:creationId xmlns:p14="http://schemas.microsoft.com/office/powerpoint/2010/main" val="1680623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5624" y="1297076"/>
            <a:ext cx="14827885" cy="8990330"/>
          </a:xfrm>
          <a:custGeom>
            <a:avLst/>
            <a:gdLst/>
            <a:ahLst/>
            <a:cxnLst/>
            <a:rect l="l" t="t" r="r" b="b"/>
            <a:pathLst>
              <a:path w="14827885" h="8990330">
                <a:moveTo>
                  <a:pt x="14827745" y="8989923"/>
                </a:moveTo>
                <a:lnTo>
                  <a:pt x="0" y="8989923"/>
                </a:lnTo>
                <a:lnTo>
                  <a:pt x="0" y="519913"/>
                </a:lnTo>
                <a:lnTo>
                  <a:pt x="2130" y="472688"/>
                </a:lnTo>
                <a:lnTo>
                  <a:pt x="8398" y="426631"/>
                </a:lnTo>
                <a:lnTo>
                  <a:pt x="18617" y="381927"/>
                </a:lnTo>
                <a:lnTo>
                  <a:pt x="32602" y="338763"/>
                </a:lnTo>
                <a:lnTo>
                  <a:pt x="50168" y="297324"/>
                </a:lnTo>
                <a:lnTo>
                  <a:pt x="71129" y="257795"/>
                </a:lnTo>
                <a:lnTo>
                  <a:pt x="95299" y="220361"/>
                </a:lnTo>
                <a:lnTo>
                  <a:pt x="122493" y="185210"/>
                </a:lnTo>
                <a:lnTo>
                  <a:pt x="152525" y="152525"/>
                </a:lnTo>
                <a:lnTo>
                  <a:pt x="185210" y="122493"/>
                </a:lnTo>
                <a:lnTo>
                  <a:pt x="220361" y="95299"/>
                </a:lnTo>
                <a:lnTo>
                  <a:pt x="257795" y="71129"/>
                </a:lnTo>
                <a:lnTo>
                  <a:pt x="297324" y="50168"/>
                </a:lnTo>
                <a:lnTo>
                  <a:pt x="338763" y="32602"/>
                </a:lnTo>
                <a:lnTo>
                  <a:pt x="381927" y="18617"/>
                </a:lnTo>
                <a:lnTo>
                  <a:pt x="426631" y="8398"/>
                </a:lnTo>
                <a:lnTo>
                  <a:pt x="472688" y="2130"/>
                </a:lnTo>
                <a:lnTo>
                  <a:pt x="519913" y="0"/>
                </a:lnTo>
                <a:lnTo>
                  <a:pt x="14320532" y="0"/>
                </a:lnTo>
                <a:lnTo>
                  <a:pt x="14367757" y="2130"/>
                </a:lnTo>
                <a:lnTo>
                  <a:pt x="14413814" y="8398"/>
                </a:lnTo>
                <a:lnTo>
                  <a:pt x="14458517" y="18617"/>
                </a:lnTo>
                <a:lnTo>
                  <a:pt x="14501682" y="32602"/>
                </a:lnTo>
                <a:lnTo>
                  <a:pt x="14543121" y="50168"/>
                </a:lnTo>
                <a:lnTo>
                  <a:pt x="14582650" y="71129"/>
                </a:lnTo>
                <a:lnTo>
                  <a:pt x="14620083" y="95299"/>
                </a:lnTo>
                <a:lnTo>
                  <a:pt x="14655235" y="122493"/>
                </a:lnTo>
                <a:lnTo>
                  <a:pt x="14687920" y="152525"/>
                </a:lnTo>
                <a:lnTo>
                  <a:pt x="14717952" y="185210"/>
                </a:lnTo>
                <a:lnTo>
                  <a:pt x="14745146" y="220361"/>
                </a:lnTo>
                <a:lnTo>
                  <a:pt x="14769316" y="257795"/>
                </a:lnTo>
                <a:lnTo>
                  <a:pt x="14790276" y="297324"/>
                </a:lnTo>
                <a:lnTo>
                  <a:pt x="14807842" y="338763"/>
                </a:lnTo>
                <a:lnTo>
                  <a:pt x="14821827" y="381927"/>
                </a:lnTo>
                <a:lnTo>
                  <a:pt x="14827745" y="407813"/>
                </a:lnTo>
                <a:lnTo>
                  <a:pt x="14827745" y="8989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63740" y="8128045"/>
            <a:ext cx="1762124" cy="178117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145200" y="2776082"/>
            <a:ext cx="13858875" cy="6743700"/>
            <a:chOff x="2145200" y="2776082"/>
            <a:chExt cx="13858875" cy="6743700"/>
          </a:xfrm>
        </p:grpSpPr>
        <p:sp>
          <p:nvSpPr>
            <p:cNvPr id="5" name="object 5"/>
            <p:cNvSpPr/>
            <p:nvPr/>
          </p:nvSpPr>
          <p:spPr>
            <a:xfrm>
              <a:off x="2173775" y="2804657"/>
              <a:ext cx="13801725" cy="6686550"/>
            </a:xfrm>
            <a:custGeom>
              <a:avLst/>
              <a:gdLst/>
              <a:ahLst/>
              <a:cxnLst/>
              <a:rect l="l" t="t" r="r" b="b"/>
              <a:pathLst>
                <a:path w="13801725" h="6686550">
                  <a:moveTo>
                    <a:pt x="13801723" y="6149327"/>
                  </a:moveTo>
                  <a:lnTo>
                    <a:pt x="13794562" y="6222199"/>
                  </a:lnTo>
                  <a:lnTo>
                    <a:pt x="13784641" y="6268228"/>
                  </a:lnTo>
                  <a:lnTo>
                    <a:pt x="13771046" y="6312775"/>
                  </a:lnTo>
                  <a:lnTo>
                    <a:pt x="13753943" y="6355670"/>
                  </a:lnTo>
                  <a:lnTo>
                    <a:pt x="13733501" y="6396745"/>
                  </a:lnTo>
                  <a:lnTo>
                    <a:pt x="13709890" y="6435831"/>
                  </a:lnTo>
                  <a:lnTo>
                    <a:pt x="13683279" y="6472760"/>
                  </a:lnTo>
                  <a:lnTo>
                    <a:pt x="13653835" y="6507362"/>
                  </a:lnTo>
                  <a:lnTo>
                    <a:pt x="13621727" y="6539470"/>
                  </a:lnTo>
                  <a:lnTo>
                    <a:pt x="13587125" y="6568914"/>
                  </a:lnTo>
                  <a:lnTo>
                    <a:pt x="13550196" y="6595526"/>
                  </a:lnTo>
                  <a:lnTo>
                    <a:pt x="13511110" y="6619137"/>
                  </a:lnTo>
                  <a:lnTo>
                    <a:pt x="13470035" y="6639578"/>
                  </a:lnTo>
                  <a:lnTo>
                    <a:pt x="13427140" y="6656680"/>
                  </a:lnTo>
                  <a:lnTo>
                    <a:pt x="13382593" y="6670276"/>
                  </a:lnTo>
                  <a:lnTo>
                    <a:pt x="13336564" y="6680196"/>
                  </a:lnTo>
                  <a:lnTo>
                    <a:pt x="13289221" y="6686272"/>
                  </a:lnTo>
                  <a:lnTo>
                    <a:pt x="13282712" y="6686549"/>
                  </a:lnTo>
                </a:path>
                <a:path w="13801725" h="6686550">
                  <a:moveTo>
                    <a:pt x="520054" y="6686549"/>
                  </a:moveTo>
                  <a:lnTo>
                    <a:pt x="466201" y="6680196"/>
                  </a:lnTo>
                  <a:lnTo>
                    <a:pt x="420172" y="6670276"/>
                  </a:lnTo>
                  <a:lnTo>
                    <a:pt x="375625" y="6656680"/>
                  </a:lnTo>
                  <a:lnTo>
                    <a:pt x="332730" y="6639577"/>
                  </a:lnTo>
                  <a:lnTo>
                    <a:pt x="291655" y="6619136"/>
                  </a:lnTo>
                  <a:lnTo>
                    <a:pt x="252569" y="6595525"/>
                  </a:lnTo>
                  <a:lnTo>
                    <a:pt x="215640" y="6568913"/>
                  </a:lnTo>
                  <a:lnTo>
                    <a:pt x="181038" y="6539469"/>
                  </a:lnTo>
                  <a:lnTo>
                    <a:pt x="148930" y="6507362"/>
                  </a:lnTo>
                  <a:lnTo>
                    <a:pt x="119486" y="6472759"/>
                  </a:lnTo>
                  <a:lnTo>
                    <a:pt x="92874" y="6435830"/>
                  </a:lnTo>
                  <a:lnTo>
                    <a:pt x="69264" y="6396744"/>
                  </a:lnTo>
                  <a:lnTo>
                    <a:pt x="48822" y="6355669"/>
                  </a:lnTo>
                  <a:lnTo>
                    <a:pt x="31720" y="6312774"/>
                  </a:lnTo>
                  <a:lnTo>
                    <a:pt x="18124" y="6268227"/>
                  </a:lnTo>
                  <a:lnTo>
                    <a:pt x="8204" y="6222198"/>
                  </a:lnTo>
                  <a:lnTo>
                    <a:pt x="2128" y="6174855"/>
                  </a:lnTo>
                  <a:lnTo>
                    <a:pt x="0" y="6126366"/>
                  </a:lnTo>
                  <a:lnTo>
                    <a:pt x="0" y="561965"/>
                  </a:lnTo>
                  <a:lnTo>
                    <a:pt x="2128" y="513479"/>
                  </a:lnTo>
                  <a:lnTo>
                    <a:pt x="8204" y="466136"/>
                  </a:lnTo>
                  <a:lnTo>
                    <a:pt x="18124" y="420107"/>
                  </a:lnTo>
                  <a:lnTo>
                    <a:pt x="31720" y="375560"/>
                  </a:lnTo>
                  <a:lnTo>
                    <a:pt x="48823" y="332665"/>
                  </a:lnTo>
                  <a:lnTo>
                    <a:pt x="69264" y="291590"/>
                  </a:lnTo>
                  <a:lnTo>
                    <a:pt x="92875" y="252504"/>
                  </a:lnTo>
                  <a:lnTo>
                    <a:pt x="119486" y="215575"/>
                  </a:lnTo>
                  <a:lnTo>
                    <a:pt x="148930" y="180973"/>
                  </a:lnTo>
                  <a:lnTo>
                    <a:pt x="181038" y="148865"/>
                  </a:lnTo>
                  <a:lnTo>
                    <a:pt x="215640" y="119421"/>
                  </a:lnTo>
                  <a:lnTo>
                    <a:pt x="252569" y="92809"/>
                  </a:lnTo>
                  <a:lnTo>
                    <a:pt x="291655" y="69198"/>
                  </a:lnTo>
                  <a:lnTo>
                    <a:pt x="332730" y="48757"/>
                  </a:lnTo>
                  <a:lnTo>
                    <a:pt x="375625" y="31654"/>
                  </a:lnTo>
                  <a:lnTo>
                    <a:pt x="420172" y="18058"/>
                  </a:lnTo>
                  <a:lnTo>
                    <a:pt x="466201" y="8138"/>
                  </a:lnTo>
                  <a:lnTo>
                    <a:pt x="513545" y="2062"/>
                  </a:lnTo>
                  <a:lnTo>
                    <a:pt x="562034" y="0"/>
                  </a:lnTo>
                  <a:lnTo>
                    <a:pt x="13240732" y="0"/>
                  </a:lnTo>
                  <a:lnTo>
                    <a:pt x="13289220" y="2062"/>
                  </a:lnTo>
                  <a:lnTo>
                    <a:pt x="13336564" y="8138"/>
                  </a:lnTo>
                  <a:lnTo>
                    <a:pt x="13382593" y="18058"/>
                  </a:lnTo>
                  <a:lnTo>
                    <a:pt x="13427140" y="31654"/>
                  </a:lnTo>
                  <a:lnTo>
                    <a:pt x="13470035" y="48757"/>
                  </a:lnTo>
                  <a:lnTo>
                    <a:pt x="13511110" y="69198"/>
                  </a:lnTo>
                  <a:lnTo>
                    <a:pt x="13550196" y="92809"/>
                  </a:lnTo>
                  <a:lnTo>
                    <a:pt x="13587124" y="119420"/>
                  </a:lnTo>
                  <a:lnTo>
                    <a:pt x="13621727" y="148864"/>
                  </a:lnTo>
                  <a:lnTo>
                    <a:pt x="13653835" y="180972"/>
                  </a:lnTo>
                  <a:lnTo>
                    <a:pt x="13683279" y="215574"/>
                  </a:lnTo>
                  <a:lnTo>
                    <a:pt x="13709890" y="252503"/>
                  </a:lnTo>
                  <a:lnTo>
                    <a:pt x="13733501" y="291589"/>
                  </a:lnTo>
                  <a:lnTo>
                    <a:pt x="13753943" y="332664"/>
                  </a:lnTo>
                  <a:lnTo>
                    <a:pt x="13771046" y="375560"/>
                  </a:lnTo>
                  <a:lnTo>
                    <a:pt x="13784641" y="420106"/>
                  </a:lnTo>
                  <a:lnTo>
                    <a:pt x="13794562" y="466136"/>
                  </a:lnTo>
                  <a:lnTo>
                    <a:pt x="13800638" y="513479"/>
                  </a:lnTo>
                  <a:lnTo>
                    <a:pt x="13801723" y="539007"/>
                  </a:lnTo>
                </a:path>
              </a:pathLst>
            </a:custGeom>
            <a:ln w="57149">
              <a:solidFill>
                <a:srgbClr val="FEE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43706" y="5959242"/>
              <a:ext cx="5286374" cy="305752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8003967" y="1723617"/>
            <a:ext cx="25692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10" dirty="0"/>
              <a:t>Practica</a:t>
            </a:r>
            <a:r>
              <a:rPr sz="2800" spc="-160" dirty="0"/>
              <a:t> Única</a:t>
            </a:r>
            <a:endParaRPr sz="2800"/>
          </a:p>
        </p:txBody>
      </p:sp>
      <p:sp>
        <p:nvSpPr>
          <p:cNvPr id="8" name="object 8"/>
          <p:cNvSpPr txBox="1"/>
          <p:nvPr/>
        </p:nvSpPr>
        <p:spPr>
          <a:xfrm>
            <a:off x="5879888" y="3206793"/>
            <a:ext cx="6817359" cy="113563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1700" spc="-200" dirty="0">
                <a:solidFill>
                  <a:srgbClr val="FFFFFF"/>
                </a:solidFill>
                <a:latin typeface="Arial Black"/>
                <a:cs typeface="Arial Black"/>
              </a:rPr>
              <a:t>FECHA</a:t>
            </a:r>
            <a:r>
              <a:rPr sz="17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80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7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45" dirty="0">
                <a:solidFill>
                  <a:srgbClr val="FFFFFF"/>
                </a:solidFill>
                <a:latin typeface="Arial Black"/>
                <a:cs typeface="Arial Black"/>
              </a:rPr>
              <a:t>ENTREGA:</a:t>
            </a:r>
            <a:r>
              <a:rPr sz="1700" spc="2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lang="en-US" sz="1700" spc="210" dirty="0">
                <a:solidFill>
                  <a:srgbClr val="FFFFFF"/>
                </a:solidFill>
                <a:latin typeface="Arial Black"/>
                <a:cs typeface="Arial Black"/>
              </a:rPr>
              <a:t>7 DE AGOSTO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00" dirty="0">
              <a:latin typeface="Arial Black"/>
              <a:cs typeface="Arial Black"/>
            </a:endParaRPr>
          </a:p>
          <a:p>
            <a:pPr marL="12700" marR="5080" algn="ctr">
              <a:lnSpc>
                <a:spcPct val="117600"/>
              </a:lnSpc>
            </a:pPr>
            <a:r>
              <a:rPr sz="1700" spc="-204" dirty="0">
                <a:solidFill>
                  <a:srgbClr val="FFFFFF"/>
                </a:solidFill>
                <a:latin typeface="Arial Black"/>
                <a:cs typeface="Arial Black"/>
              </a:rPr>
              <a:t>LAS</a:t>
            </a:r>
            <a:r>
              <a:rPr sz="17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45" dirty="0">
                <a:solidFill>
                  <a:srgbClr val="FFFFFF"/>
                </a:solidFill>
                <a:latin typeface="Arial Black"/>
                <a:cs typeface="Arial Black"/>
              </a:rPr>
              <a:t>DUDAS</a:t>
            </a:r>
            <a:r>
              <a:rPr sz="17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80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7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70" dirty="0">
                <a:solidFill>
                  <a:srgbClr val="FFFFFF"/>
                </a:solidFill>
                <a:latin typeface="Arial Black"/>
                <a:cs typeface="Arial Black"/>
              </a:rPr>
              <a:t>LA</a:t>
            </a:r>
            <a:r>
              <a:rPr sz="17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90" dirty="0">
                <a:solidFill>
                  <a:srgbClr val="FFFFFF"/>
                </a:solidFill>
                <a:latin typeface="Arial Black"/>
                <a:cs typeface="Arial Black"/>
              </a:rPr>
              <a:t>PRÁCTICA</a:t>
            </a:r>
            <a:r>
              <a:rPr sz="17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280" dirty="0">
                <a:solidFill>
                  <a:srgbClr val="FFFFFF"/>
                </a:solidFill>
                <a:latin typeface="Arial Black"/>
                <a:cs typeface="Arial Black"/>
              </a:rPr>
              <a:t>SE</a:t>
            </a:r>
            <a:r>
              <a:rPr sz="17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95" dirty="0">
                <a:solidFill>
                  <a:srgbClr val="FFFFFF"/>
                </a:solidFill>
                <a:latin typeface="Arial Black"/>
                <a:cs typeface="Arial Black"/>
              </a:rPr>
              <a:t>RESOLVERÁN</a:t>
            </a:r>
            <a:r>
              <a:rPr sz="17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55" dirty="0">
                <a:solidFill>
                  <a:srgbClr val="FFFFFF"/>
                </a:solidFill>
                <a:latin typeface="Arial Black"/>
                <a:cs typeface="Arial Black"/>
              </a:rPr>
              <a:t>ÚNICAMENTE</a:t>
            </a:r>
            <a:r>
              <a:rPr sz="17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Arial Black"/>
                <a:cs typeface="Arial Black"/>
              </a:rPr>
              <a:t>POR </a:t>
            </a:r>
            <a:r>
              <a:rPr sz="1700" spc="-105" dirty="0">
                <a:solidFill>
                  <a:srgbClr val="FFFFFF"/>
                </a:solidFill>
                <a:latin typeface="Arial Black"/>
                <a:cs typeface="Arial Black"/>
              </a:rPr>
              <a:t>MEDIO </a:t>
            </a:r>
            <a:r>
              <a:rPr sz="1700" spc="-180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700" spc="-1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75" dirty="0">
                <a:solidFill>
                  <a:srgbClr val="FFFFFF"/>
                </a:solidFill>
                <a:latin typeface="Arial Black"/>
                <a:cs typeface="Arial Black"/>
              </a:rPr>
              <a:t>LOS</a:t>
            </a:r>
            <a:r>
              <a:rPr sz="1700" spc="-1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70" dirty="0">
                <a:solidFill>
                  <a:srgbClr val="FFFFFF"/>
                </a:solidFill>
                <a:latin typeface="Arial Black"/>
                <a:cs typeface="Arial Black"/>
              </a:rPr>
              <a:t>FOROS</a:t>
            </a:r>
            <a:r>
              <a:rPr sz="1700" spc="-1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85" dirty="0">
                <a:solidFill>
                  <a:srgbClr val="FFFFFF"/>
                </a:solidFill>
                <a:latin typeface="Arial Black"/>
                <a:cs typeface="Arial Black"/>
              </a:rPr>
              <a:t>OFICIALES</a:t>
            </a:r>
            <a:r>
              <a:rPr sz="1700" spc="-1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55" dirty="0">
                <a:solidFill>
                  <a:srgbClr val="FFFFFF"/>
                </a:solidFill>
                <a:latin typeface="Arial Black"/>
                <a:cs typeface="Arial Black"/>
              </a:rPr>
              <a:t>QUE</a:t>
            </a:r>
            <a:r>
              <a:rPr sz="1700" spc="-1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280" dirty="0">
                <a:solidFill>
                  <a:srgbClr val="FFFFFF"/>
                </a:solidFill>
                <a:latin typeface="Arial Black"/>
                <a:cs typeface="Arial Black"/>
              </a:rPr>
              <a:t>SE</a:t>
            </a:r>
            <a:r>
              <a:rPr sz="1700" spc="-1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65" dirty="0">
                <a:solidFill>
                  <a:srgbClr val="FFFFFF"/>
                </a:solidFill>
                <a:latin typeface="Arial Black"/>
                <a:cs typeface="Arial Black"/>
              </a:rPr>
              <a:t>ENCUENTRAN</a:t>
            </a:r>
            <a:r>
              <a:rPr sz="1700" spc="-10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60" dirty="0">
                <a:solidFill>
                  <a:srgbClr val="FFFFFF"/>
                </a:solidFill>
                <a:latin typeface="Arial Black"/>
                <a:cs typeface="Arial Black"/>
              </a:rPr>
              <a:t>EN</a:t>
            </a:r>
            <a:r>
              <a:rPr sz="1700" spc="-1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Arial Black"/>
                <a:cs typeface="Arial Black"/>
              </a:rPr>
              <a:t>UEDI</a:t>
            </a:r>
            <a:endParaRPr sz="17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83845" y="1223883"/>
            <a:ext cx="14093825" cy="9063355"/>
            <a:chOff x="1883845" y="1223883"/>
            <a:chExt cx="14093825" cy="9063355"/>
          </a:xfrm>
        </p:grpSpPr>
        <p:sp>
          <p:nvSpPr>
            <p:cNvPr id="3" name="object 3"/>
            <p:cNvSpPr/>
            <p:nvPr/>
          </p:nvSpPr>
          <p:spPr>
            <a:xfrm>
              <a:off x="1883845" y="1223883"/>
              <a:ext cx="14093825" cy="9063355"/>
            </a:xfrm>
            <a:custGeom>
              <a:avLst/>
              <a:gdLst/>
              <a:ahLst/>
              <a:cxnLst/>
              <a:rect l="l" t="t" r="r" b="b"/>
              <a:pathLst>
                <a:path w="14093825" h="9063355">
                  <a:moveTo>
                    <a:pt x="14093463" y="9063116"/>
                  </a:moveTo>
                  <a:lnTo>
                    <a:pt x="0" y="9063116"/>
                  </a:lnTo>
                  <a:lnTo>
                    <a:pt x="0" y="519913"/>
                  </a:lnTo>
                  <a:lnTo>
                    <a:pt x="2130" y="472688"/>
                  </a:lnTo>
                  <a:lnTo>
                    <a:pt x="8398" y="426631"/>
                  </a:lnTo>
                  <a:lnTo>
                    <a:pt x="18617" y="381927"/>
                  </a:lnTo>
                  <a:lnTo>
                    <a:pt x="32602" y="338763"/>
                  </a:lnTo>
                  <a:lnTo>
                    <a:pt x="50168" y="297324"/>
                  </a:lnTo>
                  <a:lnTo>
                    <a:pt x="71129" y="257795"/>
                  </a:lnTo>
                  <a:lnTo>
                    <a:pt x="95299" y="220361"/>
                  </a:lnTo>
                  <a:lnTo>
                    <a:pt x="122493" y="185210"/>
                  </a:lnTo>
                  <a:lnTo>
                    <a:pt x="152525" y="152525"/>
                  </a:lnTo>
                  <a:lnTo>
                    <a:pt x="185210" y="122493"/>
                  </a:lnTo>
                  <a:lnTo>
                    <a:pt x="220361" y="95299"/>
                  </a:lnTo>
                  <a:lnTo>
                    <a:pt x="257795" y="71129"/>
                  </a:lnTo>
                  <a:lnTo>
                    <a:pt x="297324" y="50168"/>
                  </a:lnTo>
                  <a:lnTo>
                    <a:pt x="338763" y="32602"/>
                  </a:lnTo>
                  <a:lnTo>
                    <a:pt x="381927" y="18617"/>
                  </a:lnTo>
                  <a:lnTo>
                    <a:pt x="426631" y="8398"/>
                  </a:lnTo>
                  <a:lnTo>
                    <a:pt x="472688" y="2130"/>
                  </a:lnTo>
                  <a:lnTo>
                    <a:pt x="519913" y="0"/>
                  </a:lnTo>
                  <a:lnTo>
                    <a:pt x="13573550" y="0"/>
                  </a:lnTo>
                  <a:lnTo>
                    <a:pt x="13620775" y="2130"/>
                  </a:lnTo>
                  <a:lnTo>
                    <a:pt x="13666832" y="8398"/>
                  </a:lnTo>
                  <a:lnTo>
                    <a:pt x="13711535" y="18617"/>
                  </a:lnTo>
                  <a:lnTo>
                    <a:pt x="13754699" y="32602"/>
                  </a:lnTo>
                  <a:lnTo>
                    <a:pt x="13796138" y="50168"/>
                  </a:lnTo>
                  <a:lnTo>
                    <a:pt x="13835668" y="71129"/>
                  </a:lnTo>
                  <a:lnTo>
                    <a:pt x="13873101" y="95299"/>
                  </a:lnTo>
                  <a:lnTo>
                    <a:pt x="13908253" y="122493"/>
                  </a:lnTo>
                  <a:lnTo>
                    <a:pt x="13940937" y="152525"/>
                  </a:lnTo>
                  <a:lnTo>
                    <a:pt x="13970969" y="185210"/>
                  </a:lnTo>
                  <a:lnTo>
                    <a:pt x="13998163" y="220361"/>
                  </a:lnTo>
                  <a:lnTo>
                    <a:pt x="14022333" y="257795"/>
                  </a:lnTo>
                  <a:lnTo>
                    <a:pt x="14043294" y="297324"/>
                  </a:lnTo>
                  <a:lnTo>
                    <a:pt x="14060860" y="338763"/>
                  </a:lnTo>
                  <a:lnTo>
                    <a:pt x="14074845" y="381927"/>
                  </a:lnTo>
                  <a:lnTo>
                    <a:pt x="14085065" y="426631"/>
                  </a:lnTo>
                  <a:lnTo>
                    <a:pt x="14091332" y="472688"/>
                  </a:lnTo>
                  <a:lnTo>
                    <a:pt x="14093463" y="519913"/>
                  </a:lnTo>
                  <a:lnTo>
                    <a:pt x="14093463" y="90631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2545" y="6457148"/>
              <a:ext cx="3362324" cy="340994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91428" y="8250234"/>
            <a:ext cx="1924049" cy="1809749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648200" y="4362498"/>
            <a:ext cx="8382000" cy="16887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3390" marR="5080" indent="-441325">
              <a:lnSpc>
                <a:spcPct val="116100"/>
              </a:lnSpc>
              <a:spcBef>
                <a:spcPts val="95"/>
              </a:spcBef>
            </a:pPr>
            <a:r>
              <a:rPr lang="en-US" sz="10000" spc="-290" dirty="0" err="1"/>
              <a:t>Actividad</a:t>
            </a:r>
            <a:r>
              <a:rPr lang="en-US" sz="10000" spc="-290" dirty="0"/>
              <a:t> 1</a:t>
            </a:r>
            <a:endParaRPr sz="10000" dirty="0"/>
          </a:p>
        </p:txBody>
      </p:sp>
    </p:spTree>
    <p:extLst>
      <p:ext uri="{BB962C8B-B14F-4D97-AF65-F5344CB8AC3E}">
        <p14:creationId xmlns:p14="http://schemas.microsoft.com/office/powerpoint/2010/main" val="1321822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599592" name="Google Shape;54;p13"/>
          <p:cNvPicPr/>
          <p:nvPr/>
        </p:nvPicPr>
        <p:blipFill rotWithShape="1">
          <a:blip r:embed="rId3">
            <a:alphaModFix amt="62000"/>
          </a:blip>
          <a:stretch/>
        </p:blipFill>
        <p:spPr bwMode="auto">
          <a:xfrm>
            <a:off x="16903" y="1"/>
            <a:ext cx="18254198" cy="1028700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687050" name="Google Shape;55;p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2238798"/>
              </p:ext>
            </p:extLst>
          </p:nvPr>
        </p:nvGraphicFramePr>
        <p:xfrm>
          <a:off x="-36899" y="-70473"/>
          <a:ext cx="10459750" cy="4510860"/>
        </p:xfrm>
        <a:graphic>
          <a:graphicData uri="http://schemas.openxmlformats.org/drawingml/2006/table">
            <a:tbl>
              <a:tblPr/>
              <a:tblGrid>
                <a:gridCol w="553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258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2800" b="1" dirty="0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2800" b="1" dirty="0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sz="5600" dirty="0" err="1"/>
                        <a:t>Asignacion</a:t>
                      </a:r>
                      <a:r>
                        <a:rPr sz="5600" dirty="0"/>
                        <a:t> DTT</a:t>
                      </a:r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1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2800" b="1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5600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1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2800" b="1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5600" dirty="0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04884106" name="Google Shape;56;p13"/>
          <p:cNvSpPr txBox="1"/>
          <p:nvPr/>
        </p:nvSpPr>
        <p:spPr bwMode="auto">
          <a:xfrm>
            <a:off x="0" y="4281900"/>
            <a:ext cx="18037800" cy="80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algn="l" defTabSz="1828800" rtl="0">
              <a:buClr>
                <a:srgbClr val="000000"/>
              </a:buClr>
              <a:defRPr/>
            </a:pPr>
            <a:r>
              <a:rPr lang="es" sz="2800" b="1">
                <a:solidFill>
                  <a:srgbClr val="000000"/>
                </a:solidFill>
                <a:latin typeface="Arial"/>
                <a:cs typeface="Arial"/>
              </a:rPr>
              <a:t>Participantes: llenar las siguientes cajas de texto (tomar información del chat del meet)</a:t>
            </a:r>
            <a:endParaRPr sz="2800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80400390" name="Google Shape;57;p13"/>
          <p:cNvSpPr txBox="1"/>
          <p:nvPr/>
        </p:nvSpPr>
        <p:spPr bwMode="auto">
          <a:xfrm>
            <a:off x="16900" y="4955799"/>
            <a:ext cx="6167400" cy="510903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r>
              <a:rPr lang="es" sz="2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endParaRPr sz="2800">
              <a:solidFill>
                <a:srgbClr val="000000"/>
              </a:solidFill>
              <a:latin typeface="Arial"/>
              <a:cs typeface="Arial"/>
            </a:endParaRPr>
          </a:p>
        </p:txBody>
      </p:sp>
      <p:graphicFrame>
        <p:nvGraphicFramePr>
          <p:cNvPr id="666235659" name="Google Shape;58;p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8292016"/>
              </p:ext>
            </p:extLst>
          </p:nvPr>
        </p:nvGraphicFramePr>
        <p:xfrm>
          <a:off x="10677073" y="589243"/>
          <a:ext cx="7381150" cy="3657420"/>
        </p:xfrm>
        <a:graphic>
          <a:graphicData uri="http://schemas.openxmlformats.org/drawingml/2006/table">
            <a:tbl>
              <a:tblPr/>
              <a:tblGrid>
                <a:gridCol w="30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1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28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sz="5600" dirty="0"/>
                        <a:t>17:29</a:t>
                      </a:r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1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2800" b="1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sz="5600"/>
                        <a:t>17:34</a:t>
                      </a:r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1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0"/>
                        <a:buFont typeface="Arial"/>
                        <a:buNone/>
                        <a:defRPr/>
                      </a:pPr>
                      <a:r>
                        <a:rPr lang="es" sz="2800" b="1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1000" b="1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sz="5600" dirty="0"/>
                        <a:t>5 min</a:t>
                      </a:r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1797057" name="Google Shape;59;p13"/>
          <p:cNvSpPr txBox="1"/>
          <p:nvPr/>
        </p:nvSpPr>
        <p:spPr bwMode="auto">
          <a:xfrm>
            <a:off x="6261600" y="4955799"/>
            <a:ext cx="6167400" cy="510903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r>
              <a:rPr lang="es" sz="2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endParaRPr sz="28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65171085" name="Google Shape;60;p13"/>
          <p:cNvSpPr txBox="1"/>
          <p:nvPr/>
        </p:nvSpPr>
        <p:spPr bwMode="auto">
          <a:xfrm>
            <a:off x="12506300" y="4955799"/>
            <a:ext cx="5764800" cy="510903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endParaRPr sz="2800">
              <a:solidFill>
                <a:srgbClr val="000000"/>
              </a:solidFill>
              <a:latin typeface="Arial"/>
              <a:cs typeface="Arial"/>
            </a:endParaRPr>
          </a:p>
          <a:p>
            <a:pPr algn="l" defTabSz="1828800" rtl="0">
              <a:buClr>
                <a:srgbClr val="000000"/>
              </a:buClr>
              <a:buSzPts val="1100"/>
              <a:defRPr/>
            </a:pPr>
            <a:r>
              <a:rPr lang="es" sz="2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endParaRPr sz="280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8793" y="318794"/>
            <a:ext cx="13359765" cy="8597265"/>
            <a:chOff x="298793" y="318794"/>
            <a:chExt cx="13359765" cy="8597265"/>
          </a:xfrm>
        </p:grpSpPr>
        <p:sp>
          <p:nvSpPr>
            <p:cNvPr id="3" name="object 3"/>
            <p:cNvSpPr/>
            <p:nvPr/>
          </p:nvSpPr>
          <p:spPr>
            <a:xfrm>
              <a:off x="298793" y="318794"/>
              <a:ext cx="13359765" cy="8597265"/>
            </a:xfrm>
            <a:custGeom>
              <a:avLst/>
              <a:gdLst/>
              <a:ahLst/>
              <a:cxnLst/>
              <a:rect l="l" t="t" r="r" b="b"/>
              <a:pathLst>
                <a:path w="13359765" h="8597265">
                  <a:moveTo>
                    <a:pt x="13148221" y="8596685"/>
                  </a:moveTo>
                  <a:lnTo>
                    <a:pt x="210974" y="8596685"/>
                  </a:lnTo>
                  <a:lnTo>
                    <a:pt x="162684" y="8591099"/>
                  </a:lnTo>
                  <a:lnTo>
                    <a:pt x="118309" y="8575195"/>
                  </a:lnTo>
                  <a:lnTo>
                    <a:pt x="79132" y="8550253"/>
                  </a:lnTo>
                  <a:lnTo>
                    <a:pt x="46432" y="8517552"/>
                  </a:lnTo>
                  <a:lnTo>
                    <a:pt x="21490" y="8478375"/>
                  </a:lnTo>
                  <a:lnTo>
                    <a:pt x="5585" y="8434001"/>
                  </a:lnTo>
                  <a:lnTo>
                    <a:pt x="0" y="8385711"/>
                  </a:lnTo>
                  <a:lnTo>
                    <a:pt x="0" y="210974"/>
                  </a:lnTo>
                  <a:lnTo>
                    <a:pt x="5585" y="162684"/>
                  </a:lnTo>
                  <a:lnTo>
                    <a:pt x="21490" y="118309"/>
                  </a:lnTo>
                  <a:lnTo>
                    <a:pt x="46432" y="79132"/>
                  </a:lnTo>
                  <a:lnTo>
                    <a:pt x="79132" y="46432"/>
                  </a:lnTo>
                  <a:lnTo>
                    <a:pt x="118309" y="21490"/>
                  </a:lnTo>
                  <a:lnTo>
                    <a:pt x="162684" y="5585"/>
                  </a:lnTo>
                  <a:lnTo>
                    <a:pt x="210974" y="0"/>
                  </a:lnTo>
                  <a:lnTo>
                    <a:pt x="13148221" y="0"/>
                  </a:lnTo>
                  <a:lnTo>
                    <a:pt x="13196512" y="5585"/>
                  </a:lnTo>
                  <a:lnTo>
                    <a:pt x="13240886" y="21490"/>
                  </a:lnTo>
                  <a:lnTo>
                    <a:pt x="13280063" y="46432"/>
                  </a:lnTo>
                  <a:lnTo>
                    <a:pt x="13312763" y="79132"/>
                  </a:lnTo>
                  <a:lnTo>
                    <a:pt x="13337705" y="118309"/>
                  </a:lnTo>
                  <a:lnTo>
                    <a:pt x="13353610" y="162684"/>
                  </a:lnTo>
                  <a:lnTo>
                    <a:pt x="13359196" y="210974"/>
                  </a:lnTo>
                  <a:lnTo>
                    <a:pt x="13359196" y="8385711"/>
                  </a:lnTo>
                  <a:lnTo>
                    <a:pt x="13353610" y="8434001"/>
                  </a:lnTo>
                  <a:lnTo>
                    <a:pt x="13337705" y="8478375"/>
                  </a:lnTo>
                  <a:lnTo>
                    <a:pt x="13312763" y="8517552"/>
                  </a:lnTo>
                  <a:lnTo>
                    <a:pt x="13280063" y="8550253"/>
                  </a:lnTo>
                  <a:lnTo>
                    <a:pt x="13240886" y="8575195"/>
                  </a:lnTo>
                  <a:lnTo>
                    <a:pt x="13196512" y="8591099"/>
                  </a:lnTo>
                  <a:lnTo>
                    <a:pt x="13148221" y="8596685"/>
                  </a:lnTo>
                  <a:close/>
                </a:path>
              </a:pathLst>
            </a:custGeom>
            <a:solidFill>
              <a:srgbClr val="FEE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8891" y="2764717"/>
              <a:ext cx="6391274" cy="3705224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74333" y="4618135"/>
            <a:ext cx="3686174" cy="40862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968095" y="9539058"/>
            <a:ext cx="5304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35" dirty="0">
                <a:solidFill>
                  <a:srgbClr val="181818"/>
                </a:solidFill>
                <a:latin typeface="Verdana"/>
                <a:cs typeface="Verdana"/>
              </a:rPr>
              <a:t>PROGRAMACION</a:t>
            </a:r>
            <a:r>
              <a:rPr sz="1400" spc="11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81818"/>
                </a:solidFill>
                <a:latin typeface="Verdana"/>
                <a:cs typeface="Verdana"/>
              </a:rPr>
              <a:t>DE</a:t>
            </a:r>
            <a:r>
              <a:rPr sz="1400" spc="114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1400" spc="120" dirty="0">
                <a:solidFill>
                  <a:srgbClr val="181818"/>
                </a:solidFill>
                <a:latin typeface="Verdana"/>
                <a:cs typeface="Verdana"/>
              </a:rPr>
              <a:t>COMPUTADORAS</a:t>
            </a:r>
            <a:r>
              <a:rPr sz="1400" spc="11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81818"/>
                </a:solidFill>
                <a:latin typeface="Verdana"/>
                <a:cs typeface="Verdana"/>
              </a:rPr>
              <a:t>1</a:t>
            </a:r>
            <a:r>
              <a:rPr sz="1400" spc="114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1400" spc="-155" dirty="0">
                <a:solidFill>
                  <a:srgbClr val="181818"/>
                </a:solidFill>
                <a:latin typeface="Verdana"/>
                <a:cs typeface="Verdana"/>
              </a:rPr>
              <a:t>(</a:t>
            </a:r>
            <a:r>
              <a:rPr sz="1400" spc="-355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1400" spc="114" dirty="0">
                <a:solidFill>
                  <a:srgbClr val="181818"/>
                </a:solidFill>
                <a:latin typeface="Verdana"/>
                <a:cs typeface="Verdana"/>
              </a:rPr>
              <a:t>090) </a:t>
            </a:r>
            <a:r>
              <a:rPr sz="1400" spc="120" dirty="0">
                <a:solidFill>
                  <a:srgbClr val="181818"/>
                </a:solidFill>
                <a:latin typeface="Verdana"/>
                <a:cs typeface="Verdana"/>
              </a:rPr>
              <a:t>2025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4076" y="770626"/>
            <a:ext cx="4233545" cy="13093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57860" marR="5080" indent="-645795">
              <a:lnSpc>
                <a:spcPct val="100000"/>
              </a:lnSpc>
              <a:spcBef>
                <a:spcPts val="125"/>
              </a:spcBef>
            </a:pPr>
            <a:r>
              <a:rPr sz="4200" b="1" spc="200" dirty="0">
                <a:solidFill>
                  <a:srgbClr val="181818"/>
                </a:solidFill>
                <a:latin typeface="Arial"/>
                <a:cs typeface="Arial"/>
              </a:rPr>
              <a:t>¿Tienes</a:t>
            </a:r>
            <a:r>
              <a:rPr sz="4200" b="1" spc="-6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4200" b="1" spc="155" dirty="0">
                <a:solidFill>
                  <a:srgbClr val="181818"/>
                </a:solidFill>
                <a:latin typeface="Arial"/>
                <a:cs typeface="Arial"/>
              </a:rPr>
              <a:t>alguna </a:t>
            </a:r>
            <a:r>
              <a:rPr sz="4200" b="1" spc="240" dirty="0">
                <a:solidFill>
                  <a:srgbClr val="181818"/>
                </a:solidFill>
                <a:latin typeface="Arial"/>
                <a:cs typeface="Arial"/>
              </a:rPr>
              <a:t>pregunta?</a:t>
            </a:r>
            <a:endParaRPr sz="4200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94753" y="353386"/>
            <a:ext cx="1405255" cy="626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900" b="1" spc="75" dirty="0">
                <a:solidFill>
                  <a:srgbClr val="000000"/>
                </a:solidFill>
                <a:latin typeface="Arial"/>
                <a:cs typeface="Arial"/>
              </a:rPr>
              <a:t>PDC1</a:t>
            </a:r>
            <a:endParaRPr sz="3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7313" y="7744728"/>
            <a:ext cx="7770495" cy="471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00" b="1" spc="45" dirty="0">
                <a:solidFill>
                  <a:srgbClr val="181818"/>
                </a:solidFill>
                <a:latin typeface="Arial"/>
                <a:cs typeface="Arial"/>
              </a:rPr>
              <a:t>Espero,</a:t>
            </a:r>
            <a:r>
              <a:rPr sz="2900" b="1" spc="-3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900" b="1" spc="155" dirty="0">
                <a:solidFill>
                  <a:srgbClr val="181818"/>
                </a:solidFill>
                <a:latin typeface="Arial"/>
                <a:cs typeface="Arial"/>
              </a:rPr>
              <a:t>que</a:t>
            </a:r>
            <a:r>
              <a:rPr sz="2900" b="1" spc="-3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900" b="1" spc="110" dirty="0">
                <a:solidFill>
                  <a:srgbClr val="181818"/>
                </a:solidFill>
                <a:latin typeface="Arial"/>
                <a:cs typeface="Arial"/>
              </a:rPr>
              <a:t>hayas</a:t>
            </a:r>
            <a:r>
              <a:rPr sz="2900" b="1" spc="-3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900" b="1" spc="130" dirty="0">
                <a:solidFill>
                  <a:srgbClr val="181818"/>
                </a:solidFill>
                <a:latin typeface="Arial"/>
                <a:cs typeface="Arial"/>
              </a:rPr>
              <a:t>aprendido</a:t>
            </a:r>
            <a:r>
              <a:rPr sz="2900" b="1" spc="-3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900" b="1" spc="114" dirty="0">
                <a:solidFill>
                  <a:srgbClr val="181818"/>
                </a:solidFill>
                <a:latin typeface="Arial"/>
                <a:cs typeface="Arial"/>
              </a:rPr>
              <a:t>algo</a:t>
            </a:r>
            <a:r>
              <a:rPr sz="2900" b="1" spc="-3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900" b="1" spc="75" dirty="0">
                <a:solidFill>
                  <a:srgbClr val="181818"/>
                </a:solidFill>
                <a:latin typeface="Arial"/>
                <a:cs typeface="Arial"/>
              </a:rPr>
              <a:t>nuevo.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631</TotalTime>
  <Words>1006</Words>
  <Application>Microsoft Office PowerPoint</Application>
  <PresentationFormat>Custom</PresentationFormat>
  <Paragraphs>137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 Black</vt:lpstr>
      <vt:lpstr>Arial MT</vt:lpstr>
      <vt:lpstr>Calibri</vt:lpstr>
      <vt:lpstr>Tahoma</vt:lpstr>
      <vt:lpstr>Verdana</vt:lpstr>
      <vt:lpstr>Office Theme</vt:lpstr>
      <vt:lpstr>Simple Light</vt:lpstr>
      <vt:lpstr>PowerPoint Presentation</vt:lpstr>
      <vt:lpstr>Clase 3</vt:lpstr>
      <vt:lpstr>AGENDA DE LA CLASE:</vt:lpstr>
      <vt:lpstr>Valor de la Semana: Responsabilidad</vt:lpstr>
      <vt:lpstr>¿Qué es office?</vt:lpstr>
      <vt:lpstr>Versiones de Office</vt:lpstr>
      <vt:lpstr>Características de Office</vt:lpstr>
      <vt:lpstr>¿Como accedemos a esos programas?</vt:lpstr>
      <vt:lpstr>Programas que estudiaremos</vt:lpstr>
      <vt:lpstr>Word 2016</vt:lpstr>
      <vt:lpstr>Excel 2016</vt:lpstr>
      <vt:lpstr>Power point 2016</vt:lpstr>
      <vt:lpstr>Acces 2016</vt:lpstr>
      <vt:lpstr>Alternativas Libres: LibreOffice y el Entorno Linux</vt:lpstr>
      <vt:lpstr>Modelos de Licenciamiento: Privativo vs. Código Abierto</vt:lpstr>
      <vt:lpstr>Practica Única</vt:lpstr>
      <vt:lpstr>Actividad 1</vt:lpstr>
      <vt:lpstr>PowerPoint Presentation</vt:lpstr>
      <vt:lpstr>PDC1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pdc1 Presentacion 3 1S2025</dc:title>
  <dc:creator>Progra de computadoras 1</dc:creator>
  <cp:keywords>DAGn9dRQLM4,BAGn9IC2Zpo,0</cp:keywords>
  <cp:lastModifiedBy>Billy James</cp:lastModifiedBy>
  <cp:revision>8</cp:revision>
  <cp:lastPrinted>2026-07-28T05:04:51Z</cp:lastPrinted>
  <dcterms:created xsi:type="dcterms:W3CDTF">2026-07-27T20:02:56Z</dcterms:created>
  <dcterms:modified xsi:type="dcterms:W3CDTF">2026-10-28T00:38:47Z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2025-05-26T00:00:00Z</vt:filetime>
  </property>
  <property fmtid="{D5CDD505-2E9C-101B-9397-08002B2CF9AE}" pid="4" name="Creator">
    <vt:lpwstr>Canva</vt:lpwstr>
  </property>
  <property fmtid="{D5CDD505-2E9C-101B-9397-08002B2CF9AE}" pid="5" name="LastSaved">
    <vt:filetime>2026-07-27T00:00:00Z</vt:filetime>
  </property>
  <property fmtid="{D5CDD505-2E9C-101B-9397-08002B2CF9AE}" pid="6" name="Producer">
    <vt:lpwstr>Canva</vt:lpwstr>
  </property>
</Properties>
</file>
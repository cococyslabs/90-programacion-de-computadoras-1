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Open Sans Bold" charset="1" panose="00000000000000000000"/>
      <p:regular r:id="rId25"/>
    </p:embeddedFont>
    <p:embeddedFont>
      <p:font typeface="Bungee" charset="1" panose="00000000000000000000"/>
      <p:regular r:id="rId26"/>
    </p:embeddedFont>
    <p:embeddedFont>
      <p:font typeface="Montserrat Light" charset="1" panose="00000400000000000000"/>
      <p:regular r:id="rId27"/>
    </p:embeddedFont>
    <p:embeddedFont>
      <p:font typeface="Telegraf Bold" charset="1" panose="00000800000000000000"/>
      <p:regular r:id="rId28"/>
    </p:embeddedFont>
    <p:embeddedFont>
      <p:font typeface="Telegraf Medium" charset="1" panose="000006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3.gif" Type="http://schemas.openxmlformats.org/officeDocument/2006/relationships/image"/><Relationship Id="rId4" Target="../media/image4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9.gif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2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gif" Type="http://schemas.openxmlformats.org/officeDocument/2006/relationships/image"/><Relationship Id="rId3" Target="../media/image4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1" r="0" b="-8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27169" y="6416164"/>
            <a:ext cx="6433652" cy="88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8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Luis Vejo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52952" y="3895715"/>
            <a:ext cx="10982096" cy="229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4"/>
              </a:lnSpc>
            </a:pPr>
            <a:r>
              <a:rPr lang="en-US" sz="4524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Laboratorio de Programación de Computadoras 1 Sección N</a:t>
            </a:r>
          </a:p>
          <a:p>
            <a:pPr algn="ctr">
              <a:lnSpc>
                <a:spcPts val="5214"/>
              </a:lnSpc>
            </a:pP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2379998" y="1922183"/>
          <a:ext cx="5410200" cy="161925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Martes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, 04/08/2026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12:20 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489252" y="9375456"/>
            <a:ext cx="6433652" cy="51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</a:pPr>
            <a:r>
              <a:rPr lang="en-US" sz="3089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Iniciamos 12:25 pm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56423" y="352768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915858" y="1277236"/>
            <a:ext cx="14093466" cy="10287000"/>
            <a:chOff x="0" y="0"/>
            <a:chExt cx="18791288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91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791174">
                  <a:moveTo>
                    <a:pt x="18098008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8098008" y="0"/>
                  </a:lnTo>
                  <a:cubicBezTo>
                    <a:pt x="18480024" y="0"/>
                    <a:pt x="18791174" y="311277"/>
                    <a:pt x="18791174" y="693166"/>
                  </a:cubicBezTo>
                  <a:lnTo>
                    <a:pt x="18791174" y="13022707"/>
                  </a:lnTo>
                  <a:cubicBezTo>
                    <a:pt x="18791174" y="13404723"/>
                    <a:pt x="18479898" y="13715873"/>
                    <a:pt x="18098008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938429" y="2095719"/>
            <a:ext cx="4048325" cy="151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Clase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3908" y="4581287"/>
            <a:ext cx="12280116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52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Laboratorio DE PROGRAMACIÓN DE COMPUTADORAS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2534" y="7734005"/>
            <a:ext cx="12280116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38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SECCIÓN N</a:t>
            </a:r>
          </a:p>
          <a:p>
            <a:pPr algn="ctr">
              <a:lnSpc>
                <a:spcPts val="2850"/>
              </a:lnSpc>
            </a:pPr>
          </a:p>
          <a:p>
            <a:pPr algn="ctr">
              <a:lnSpc>
                <a:spcPts val="2850"/>
              </a:lnSpc>
            </a:pPr>
            <a:r>
              <a:rPr lang="en-US" sz="38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CÓDIGO DEL CURSO 090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915858" y="1277236"/>
            <a:ext cx="14093466" cy="10287000"/>
            <a:chOff x="0" y="0"/>
            <a:chExt cx="18791288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91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791174">
                  <a:moveTo>
                    <a:pt x="18098008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8098008" y="0"/>
                  </a:lnTo>
                  <a:cubicBezTo>
                    <a:pt x="18480024" y="0"/>
                    <a:pt x="18791174" y="311277"/>
                    <a:pt x="18791174" y="693166"/>
                  </a:cubicBezTo>
                  <a:lnTo>
                    <a:pt x="18791174" y="13022707"/>
                  </a:lnTo>
                  <a:cubicBezTo>
                    <a:pt x="18791174" y="13404723"/>
                    <a:pt x="18479898" y="13715873"/>
                    <a:pt x="18098008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49" b="0"/>
          <a:stretch>
            <a:fillRect/>
          </a:stretch>
        </p:blipFill>
        <p:spPr>
          <a:xfrm flipH="false" flipV="false" rot="0">
            <a:off x="3789436" y="5366547"/>
            <a:ext cx="2859948" cy="2702652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5422320">
            <a:off x="7001151" y="5895318"/>
            <a:ext cx="5860885" cy="0"/>
          </a:xfrm>
          <a:prstGeom prst="line">
            <a:avLst/>
          </a:prstGeom>
          <a:ln cap="rnd" w="28575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10786140">
            <a:off x="10098938" y="3744592"/>
            <a:ext cx="4718342" cy="0"/>
          </a:xfrm>
          <a:prstGeom prst="line">
            <a:avLst/>
          </a:prstGeom>
          <a:ln cap="rnd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10786140">
            <a:off x="10098938" y="4846730"/>
            <a:ext cx="4718342" cy="0"/>
          </a:xfrm>
          <a:prstGeom prst="line">
            <a:avLst/>
          </a:prstGeom>
          <a:ln cap="rnd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10786140">
            <a:off x="10098938" y="5820804"/>
            <a:ext cx="4718342" cy="0"/>
          </a:xfrm>
          <a:prstGeom prst="line">
            <a:avLst/>
          </a:prstGeom>
          <a:ln cap="rnd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10786140">
            <a:off x="10098938" y="6717878"/>
            <a:ext cx="4718342" cy="0"/>
          </a:xfrm>
          <a:prstGeom prst="line">
            <a:avLst/>
          </a:prstGeom>
          <a:ln cap="rnd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0" t="0" r="0" b="155"/>
          <a:stretch>
            <a:fillRect/>
          </a:stretch>
        </p:blipFill>
        <p:spPr>
          <a:xfrm flipH="false" flipV="false" rot="0">
            <a:off x="16642947" y="8292351"/>
            <a:ext cx="1440904" cy="1601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151880" y="3073213"/>
            <a:ext cx="4407684" cy="185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 DE LA CLASE: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41991" y="3046228"/>
            <a:ext cx="4632217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HC de la Practica Única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1991" y="4198610"/>
            <a:ext cx="4632217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Notas del corto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41991" y="5130013"/>
            <a:ext cx="4632217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Review de la tarea 1 y Dudas de la Práctica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08482" y="6134195"/>
            <a:ext cx="4632217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Herramientas de excel 2016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8482" y="7032203"/>
            <a:ext cx="4632217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Foro de la semana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74964" y="8042415"/>
            <a:ext cx="4632217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¿Dudas?</a:t>
            </a:r>
          </a:p>
        </p:txBody>
      </p:sp>
      <p:sp>
        <p:nvSpPr>
          <p:cNvPr name="AutoShape 19" id="19"/>
          <p:cNvSpPr/>
          <p:nvPr/>
        </p:nvSpPr>
        <p:spPr>
          <a:xfrm rot="10786140">
            <a:off x="10065420" y="7756665"/>
            <a:ext cx="4718342" cy="0"/>
          </a:xfrm>
          <a:prstGeom prst="line">
            <a:avLst/>
          </a:prstGeom>
          <a:ln cap="rnd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22381"/>
            <a:ext cx="14840445" cy="10361695"/>
            <a:chOff x="0" y="0"/>
            <a:chExt cx="19787260" cy="13815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87234" cy="13815568"/>
            </a:xfrm>
            <a:custGeom>
              <a:avLst/>
              <a:gdLst/>
              <a:ahLst/>
              <a:cxnLst/>
              <a:rect r="r" b="b" t="t" l="l"/>
              <a:pathLst>
                <a:path h="13815568" w="19787234">
                  <a:moveTo>
                    <a:pt x="19094069" y="13815568"/>
                  </a:moveTo>
                  <a:lnTo>
                    <a:pt x="693166" y="13815568"/>
                  </a:lnTo>
                  <a:cubicBezTo>
                    <a:pt x="311150" y="13815568"/>
                    <a:pt x="0" y="13504290"/>
                    <a:pt x="0" y="13122402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9094069" y="0"/>
                  </a:lnTo>
                  <a:cubicBezTo>
                    <a:pt x="19476084" y="0"/>
                    <a:pt x="19787234" y="311277"/>
                    <a:pt x="19787234" y="693166"/>
                  </a:cubicBezTo>
                  <a:lnTo>
                    <a:pt x="19787234" y="13122275"/>
                  </a:lnTo>
                  <a:cubicBezTo>
                    <a:pt x="19787234" y="13504290"/>
                    <a:pt x="19475958" y="13815440"/>
                    <a:pt x="19094069" y="138154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2119532" y="2623833"/>
            <a:ext cx="13911282" cy="6923484"/>
          </a:xfrm>
          <a:custGeom>
            <a:avLst/>
            <a:gdLst/>
            <a:ahLst/>
            <a:cxnLst/>
            <a:rect r="r" b="b" t="t" l="l"/>
            <a:pathLst>
              <a:path h="6923484" w="13911282">
                <a:moveTo>
                  <a:pt x="0" y="0"/>
                </a:moveTo>
                <a:lnTo>
                  <a:pt x="13911281" y="0"/>
                </a:lnTo>
                <a:lnTo>
                  <a:pt x="13911281" y="6923484"/>
                </a:lnTo>
                <a:lnTo>
                  <a:pt x="0" y="6923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93107" y="1531582"/>
            <a:ext cx="14445472" cy="8232296"/>
            <a:chOff x="0" y="0"/>
            <a:chExt cx="19260630" cy="109763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60693" cy="10976356"/>
            </a:xfrm>
            <a:custGeom>
              <a:avLst/>
              <a:gdLst/>
              <a:ahLst/>
              <a:cxnLst/>
              <a:rect r="r" b="b" t="t" l="l"/>
              <a:pathLst>
                <a:path h="10976356" w="19260693">
                  <a:moveTo>
                    <a:pt x="0" y="0"/>
                  </a:moveTo>
                  <a:lnTo>
                    <a:pt x="19260693" y="0"/>
                  </a:lnTo>
                  <a:lnTo>
                    <a:pt x="19260693" y="10976356"/>
                  </a:lnTo>
                  <a:lnTo>
                    <a:pt x="0" y="10976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56" t="0" r="-656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883845" y="1223886"/>
            <a:ext cx="14093466" cy="10287000"/>
            <a:chOff x="0" y="0"/>
            <a:chExt cx="18791288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91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791174">
                  <a:moveTo>
                    <a:pt x="18098008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8098008" y="0"/>
                  </a:lnTo>
                  <a:cubicBezTo>
                    <a:pt x="18480024" y="0"/>
                    <a:pt x="18791174" y="311277"/>
                    <a:pt x="18791174" y="693166"/>
                  </a:cubicBezTo>
                  <a:lnTo>
                    <a:pt x="18791174" y="13022707"/>
                  </a:lnTo>
                  <a:cubicBezTo>
                    <a:pt x="18791174" y="13404723"/>
                    <a:pt x="18479898" y="13715873"/>
                    <a:pt x="18098008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131"/>
          <a:stretch>
            <a:fillRect/>
          </a:stretch>
        </p:blipFill>
        <p:spPr>
          <a:xfrm flipH="false" flipV="false" rot="0">
            <a:off x="16191433" y="8250231"/>
            <a:ext cx="1921202" cy="180593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2091557" y="1643367"/>
            <a:ext cx="13537663" cy="8223190"/>
            <a:chOff x="0" y="0"/>
            <a:chExt cx="18050218" cy="109642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50256" cy="10964291"/>
            </a:xfrm>
            <a:custGeom>
              <a:avLst/>
              <a:gdLst/>
              <a:ahLst/>
              <a:cxnLst/>
              <a:rect r="r" b="b" t="t" l="l"/>
              <a:pathLst>
                <a:path h="10964291" w="18050256">
                  <a:moveTo>
                    <a:pt x="0" y="0"/>
                  </a:moveTo>
                  <a:lnTo>
                    <a:pt x="18050256" y="0"/>
                  </a:lnTo>
                  <a:lnTo>
                    <a:pt x="18050256" y="10964291"/>
                  </a:lnTo>
                  <a:lnTo>
                    <a:pt x="0" y="10964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993" t="0" r="-3993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506293" y="1028700"/>
            <a:ext cx="14093466" cy="10287000"/>
            <a:chOff x="0" y="0"/>
            <a:chExt cx="18791288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911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791174">
                  <a:moveTo>
                    <a:pt x="18098008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8098008" y="0"/>
                  </a:lnTo>
                  <a:cubicBezTo>
                    <a:pt x="18480024" y="0"/>
                    <a:pt x="18791174" y="311277"/>
                    <a:pt x="18791174" y="693166"/>
                  </a:cubicBezTo>
                  <a:lnTo>
                    <a:pt x="18791174" y="13022707"/>
                  </a:lnTo>
                  <a:cubicBezTo>
                    <a:pt x="18791174" y="13404723"/>
                    <a:pt x="18479898" y="13715873"/>
                    <a:pt x="18098008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154171" y="7813758"/>
            <a:ext cx="2068020" cy="209951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627365" y="2104034"/>
            <a:ext cx="13851322" cy="6893900"/>
            <a:chOff x="0" y="0"/>
            <a:chExt cx="18468429" cy="91918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68467" cy="9191879"/>
            </a:xfrm>
            <a:custGeom>
              <a:avLst/>
              <a:gdLst/>
              <a:ahLst/>
              <a:cxnLst/>
              <a:rect r="r" b="b" t="t" l="l"/>
              <a:pathLst>
                <a:path h="9191879" w="18468467">
                  <a:moveTo>
                    <a:pt x="0" y="0"/>
                  </a:moveTo>
                  <a:lnTo>
                    <a:pt x="18468467" y="0"/>
                  </a:lnTo>
                  <a:lnTo>
                    <a:pt x="18468467" y="9191879"/>
                  </a:lnTo>
                  <a:lnTo>
                    <a:pt x="0" y="9191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09" r="0" b="-650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669710" cy="10287000"/>
            <a:chOff x="0" y="0"/>
            <a:chExt cx="19559613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5952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559524">
                  <a:moveTo>
                    <a:pt x="18866358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8866358" y="0"/>
                  </a:lnTo>
                  <a:cubicBezTo>
                    <a:pt x="19248374" y="0"/>
                    <a:pt x="19559524" y="311277"/>
                    <a:pt x="19559524" y="693166"/>
                  </a:cubicBezTo>
                  <a:lnTo>
                    <a:pt x="19559524" y="13022707"/>
                  </a:lnTo>
                  <a:cubicBezTo>
                    <a:pt x="19559524" y="13404723"/>
                    <a:pt x="19248248" y="13715873"/>
                    <a:pt x="18866358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686049" y="1590008"/>
            <a:ext cx="14246238" cy="8229600"/>
            <a:chOff x="0" y="0"/>
            <a:chExt cx="18994984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9501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8995010">
                  <a:moveTo>
                    <a:pt x="0" y="0"/>
                  </a:moveTo>
                  <a:lnTo>
                    <a:pt x="18995010" y="0"/>
                  </a:lnTo>
                  <a:lnTo>
                    <a:pt x="1899501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48" t="0" r="-1348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669710" cy="10287000"/>
            <a:chOff x="0" y="0"/>
            <a:chExt cx="19559613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5952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559524">
                  <a:moveTo>
                    <a:pt x="18866358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8866358" y="0"/>
                  </a:lnTo>
                  <a:cubicBezTo>
                    <a:pt x="19248374" y="0"/>
                    <a:pt x="19559524" y="311277"/>
                    <a:pt x="19559524" y="693166"/>
                  </a:cubicBezTo>
                  <a:lnTo>
                    <a:pt x="19559524" y="13022707"/>
                  </a:lnTo>
                  <a:cubicBezTo>
                    <a:pt x="19559524" y="13404723"/>
                    <a:pt x="19248248" y="13715873"/>
                    <a:pt x="18866358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760753" y="1683668"/>
            <a:ext cx="14075493" cy="8229600"/>
            <a:chOff x="0" y="0"/>
            <a:chExt cx="18767323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67298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8767298">
                  <a:moveTo>
                    <a:pt x="0" y="0"/>
                  </a:moveTo>
                  <a:lnTo>
                    <a:pt x="18767298" y="0"/>
                  </a:lnTo>
                  <a:lnTo>
                    <a:pt x="18767298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71" t="0" r="-1971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840445" cy="10287000"/>
            <a:chOff x="0" y="0"/>
            <a:chExt cx="1978726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8723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787234">
                  <a:moveTo>
                    <a:pt x="19094069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9094069" y="0"/>
                  </a:lnTo>
                  <a:cubicBezTo>
                    <a:pt x="19476084" y="0"/>
                    <a:pt x="19787234" y="311277"/>
                    <a:pt x="19787234" y="693166"/>
                  </a:cubicBezTo>
                  <a:lnTo>
                    <a:pt x="19787234" y="13022707"/>
                  </a:lnTo>
                  <a:cubicBezTo>
                    <a:pt x="19787234" y="13404723"/>
                    <a:pt x="19475958" y="13715873"/>
                    <a:pt x="19094069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705670" y="1782089"/>
            <a:ext cx="14299597" cy="8229600"/>
            <a:chOff x="0" y="0"/>
            <a:chExt cx="19066129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66129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066129">
                  <a:moveTo>
                    <a:pt x="0" y="0"/>
                  </a:moveTo>
                  <a:lnTo>
                    <a:pt x="19066129" y="0"/>
                  </a:lnTo>
                  <a:lnTo>
                    <a:pt x="19066129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56" t="0" r="-1156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840445" cy="10287000"/>
            <a:chOff x="0" y="0"/>
            <a:chExt cx="1978726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8723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787234">
                  <a:moveTo>
                    <a:pt x="19094069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9094069" y="0"/>
                  </a:lnTo>
                  <a:cubicBezTo>
                    <a:pt x="19476084" y="0"/>
                    <a:pt x="19787234" y="311277"/>
                    <a:pt x="19787234" y="693166"/>
                  </a:cubicBezTo>
                  <a:lnTo>
                    <a:pt x="19787234" y="13022707"/>
                  </a:lnTo>
                  <a:cubicBezTo>
                    <a:pt x="19787234" y="13404723"/>
                    <a:pt x="19475958" y="13715873"/>
                    <a:pt x="19094069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705670" y="1611354"/>
            <a:ext cx="14310265" cy="8229600"/>
            <a:chOff x="0" y="0"/>
            <a:chExt cx="19080353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80353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080353">
                  <a:moveTo>
                    <a:pt x="0" y="0"/>
                  </a:moveTo>
                  <a:lnTo>
                    <a:pt x="19080353" y="0"/>
                  </a:lnTo>
                  <a:lnTo>
                    <a:pt x="19080353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18" t="0" r="-1118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840445" cy="10287000"/>
            <a:chOff x="0" y="0"/>
            <a:chExt cx="1978726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8723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787234">
                  <a:moveTo>
                    <a:pt x="19094069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9094069" y="0"/>
                  </a:lnTo>
                  <a:cubicBezTo>
                    <a:pt x="19476084" y="0"/>
                    <a:pt x="19787234" y="311277"/>
                    <a:pt x="19787234" y="693166"/>
                  </a:cubicBezTo>
                  <a:lnTo>
                    <a:pt x="19787234" y="13022707"/>
                  </a:lnTo>
                  <a:cubicBezTo>
                    <a:pt x="19787234" y="13404723"/>
                    <a:pt x="19475958" y="13715873"/>
                    <a:pt x="19094069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705670" y="1683668"/>
            <a:ext cx="14459664" cy="8229600"/>
            <a:chOff x="0" y="0"/>
            <a:chExt cx="19279552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79488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279488">
                  <a:moveTo>
                    <a:pt x="0" y="0"/>
                  </a:moveTo>
                  <a:lnTo>
                    <a:pt x="19279488" y="0"/>
                  </a:lnTo>
                  <a:lnTo>
                    <a:pt x="19279488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90" t="0" r="-59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840445" cy="10287000"/>
            <a:chOff x="0" y="0"/>
            <a:chExt cx="1978726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8723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787234">
                  <a:moveTo>
                    <a:pt x="19094069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9094069" y="0"/>
                  </a:lnTo>
                  <a:cubicBezTo>
                    <a:pt x="19476084" y="0"/>
                    <a:pt x="19787234" y="311277"/>
                    <a:pt x="19787234" y="693166"/>
                  </a:cubicBezTo>
                  <a:lnTo>
                    <a:pt x="19787234" y="13022707"/>
                  </a:lnTo>
                  <a:cubicBezTo>
                    <a:pt x="19787234" y="13404723"/>
                    <a:pt x="19475958" y="13715873"/>
                    <a:pt x="19094069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828800" y="1683668"/>
            <a:ext cx="14224892" cy="8229600"/>
            <a:chOff x="0" y="0"/>
            <a:chExt cx="18966523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66562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8966562">
                  <a:moveTo>
                    <a:pt x="0" y="0"/>
                  </a:moveTo>
                  <a:lnTo>
                    <a:pt x="18966562" y="0"/>
                  </a:lnTo>
                  <a:lnTo>
                    <a:pt x="18966562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25" t="0" r="-1425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840445" cy="10287000"/>
            <a:chOff x="0" y="0"/>
            <a:chExt cx="1978726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8723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787234">
                  <a:moveTo>
                    <a:pt x="19094069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9094069" y="0"/>
                  </a:lnTo>
                  <a:cubicBezTo>
                    <a:pt x="19476084" y="0"/>
                    <a:pt x="19787234" y="311277"/>
                    <a:pt x="19787234" y="693166"/>
                  </a:cubicBezTo>
                  <a:lnTo>
                    <a:pt x="19787234" y="13022707"/>
                  </a:lnTo>
                  <a:cubicBezTo>
                    <a:pt x="19787234" y="13404723"/>
                    <a:pt x="19475958" y="13715873"/>
                    <a:pt x="19094069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910144" y="1683668"/>
            <a:ext cx="14075493" cy="8229600"/>
            <a:chOff x="0" y="0"/>
            <a:chExt cx="18767323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67298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8767298">
                  <a:moveTo>
                    <a:pt x="0" y="0"/>
                  </a:moveTo>
                  <a:lnTo>
                    <a:pt x="18767298" y="0"/>
                  </a:lnTo>
                  <a:lnTo>
                    <a:pt x="18767298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71" t="0" r="-1971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840445" cy="10287000"/>
            <a:chOff x="0" y="0"/>
            <a:chExt cx="1978726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8723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787234">
                  <a:moveTo>
                    <a:pt x="19094069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9094069" y="0"/>
                  </a:lnTo>
                  <a:cubicBezTo>
                    <a:pt x="19476084" y="0"/>
                    <a:pt x="19787234" y="311277"/>
                    <a:pt x="19787234" y="693166"/>
                  </a:cubicBezTo>
                  <a:lnTo>
                    <a:pt x="19787234" y="13022707"/>
                  </a:lnTo>
                  <a:cubicBezTo>
                    <a:pt x="19787234" y="13404723"/>
                    <a:pt x="19475958" y="13715873"/>
                    <a:pt x="19094069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892484" y="1683668"/>
            <a:ext cx="14046737" cy="8229600"/>
            <a:chOff x="0" y="0"/>
            <a:chExt cx="18728982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28944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8728944">
                  <a:moveTo>
                    <a:pt x="0" y="0"/>
                  </a:moveTo>
                  <a:lnTo>
                    <a:pt x="18728944" y="0"/>
                  </a:lnTo>
                  <a:lnTo>
                    <a:pt x="18728944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77" t="0" r="-2077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840445" cy="10287000"/>
            <a:chOff x="0" y="0"/>
            <a:chExt cx="1978726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8723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787234">
                  <a:moveTo>
                    <a:pt x="19094069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9094069" y="0"/>
                  </a:lnTo>
                  <a:cubicBezTo>
                    <a:pt x="19476084" y="0"/>
                    <a:pt x="19787234" y="311277"/>
                    <a:pt x="19787234" y="693166"/>
                  </a:cubicBezTo>
                  <a:lnTo>
                    <a:pt x="19787234" y="13022707"/>
                  </a:lnTo>
                  <a:cubicBezTo>
                    <a:pt x="19787234" y="13404723"/>
                    <a:pt x="19475958" y="13715873"/>
                    <a:pt x="19094069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828800" y="1683668"/>
            <a:ext cx="14299597" cy="8229600"/>
            <a:chOff x="0" y="0"/>
            <a:chExt cx="19066129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66129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066129">
                  <a:moveTo>
                    <a:pt x="0" y="0"/>
                  </a:moveTo>
                  <a:lnTo>
                    <a:pt x="19066129" y="0"/>
                  </a:lnTo>
                  <a:lnTo>
                    <a:pt x="19066129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56" t="0" r="-1156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840445" cy="10287000"/>
            <a:chOff x="0" y="0"/>
            <a:chExt cx="1978726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8723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787234">
                  <a:moveTo>
                    <a:pt x="19094069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9094069" y="0"/>
                  </a:lnTo>
                  <a:cubicBezTo>
                    <a:pt x="19476084" y="0"/>
                    <a:pt x="19787234" y="311277"/>
                    <a:pt x="19787234" y="693166"/>
                  </a:cubicBezTo>
                  <a:lnTo>
                    <a:pt x="19787234" y="13022707"/>
                  </a:lnTo>
                  <a:cubicBezTo>
                    <a:pt x="19787234" y="13404723"/>
                    <a:pt x="19475958" y="13715873"/>
                    <a:pt x="19094069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705670" y="1683668"/>
            <a:ext cx="14363624" cy="8229600"/>
            <a:chOff x="0" y="0"/>
            <a:chExt cx="19151498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51473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151473">
                  <a:moveTo>
                    <a:pt x="0" y="0"/>
                  </a:moveTo>
                  <a:lnTo>
                    <a:pt x="19151473" y="0"/>
                  </a:lnTo>
                  <a:lnTo>
                    <a:pt x="19151473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28" t="0" r="-928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840445" cy="10287000"/>
            <a:chOff x="0" y="0"/>
            <a:chExt cx="1978726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8723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787234">
                  <a:moveTo>
                    <a:pt x="19094069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9094069" y="0"/>
                  </a:lnTo>
                  <a:cubicBezTo>
                    <a:pt x="19476084" y="0"/>
                    <a:pt x="19787234" y="311277"/>
                    <a:pt x="19787234" y="693166"/>
                  </a:cubicBezTo>
                  <a:lnTo>
                    <a:pt x="19787234" y="13022707"/>
                  </a:lnTo>
                  <a:cubicBezTo>
                    <a:pt x="19787234" y="13404723"/>
                    <a:pt x="19475958" y="13715873"/>
                    <a:pt x="19094069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744713" y="1683668"/>
            <a:ext cx="14342278" cy="8229600"/>
            <a:chOff x="0" y="0"/>
            <a:chExt cx="19123038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23025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123025">
                  <a:moveTo>
                    <a:pt x="0" y="0"/>
                  </a:moveTo>
                  <a:lnTo>
                    <a:pt x="19123025" y="0"/>
                  </a:lnTo>
                  <a:lnTo>
                    <a:pt x="19123025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04" t="0" r="-1004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477" b="0"/>
          <a:stretch>
            <a:fillRect/>
          </a:stretch>
        </p:blipFill>
        <p:spPr>
          <a:xfrm flipH="false" flipV="false" rot="0">
            <a:off x="203063" y="342100"/>
            <a:ext cx="2086270" cy="81364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6"/>
            <a:ext cx="14840445" cy="10287000"/>
            <a:chOff x="0" y="0"/>
            <a:chExt cx="1978726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8723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787234">
                  <a:moveTo>
                    <a:pt x="19094069" y="13716000"/>
                  </a:moveTo>
                  <a:lnTo>
                    <a:pt x="693166" y="13716000"/>
                  </a:lnTo>
                  <a:cubicBezTo>
                    <a:pt x="311277" y="13716000"/>
                    <a:pt x="0" y="13404723"/>
                    <a:pt x="0" y="13022835"/>
                  </a:cubicBezTo>
                  <a:lnTo>
                    <a:pt x="0" y="693166"/>
                  </a:lnTo>
                  <a:cubicBezTo>
                    <a:pt x="0" y="311277"/>
                    <a:pt x="311277" y="0"/>
                    <a:pt x="693166" y="0"/>
                  </a:cubicBezTo>
                  <a:lnTo>
                    <a:pt x="19094069" y="0"/>
                  </a:lnTo>
                  <a:cubicBezTo>
                    <a:pt x="19476084" y="0"/>
                    <a:pt x="19787234" y="311277"/>
                    <a:pt x="19787234" y="693166"/>
                  </a:cubicBezTo>
                  <a:lnTo>
                    <a:pt x="19787234" y="13022707"/>
                  </a:lnTo>
                  <a:cubicBezTo>
                    <a:pt x="19787234" y="13404723"/>
                    <a:pt x="19475958" y="13715873"/>
                    <a:pt x="19094069" y="13715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217"/>
          <a:stretch>
            <a:fillRect/>
          </a:stretch>
        </p:blipFill>
        <p:spPr>
          <a:xfrm flipH="false" flipV="false" rot="0">
            <a:off x="16463743" y="8128044"/>
            <a:ext cx="1758448" cy="17852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6129490" y="1987401"/>
            <a:ext cx="5348630" cy="1285199"/>
            <a:chOff x="0" y="0"/>
            <a:chExt cx="7131507" cy="17135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31558" cy="1713611"/>
            </a:xfrm>
            <a:custGeom>
              <a:avLst/>
              <a:gdLst/>
              <a:ahLst/>
              <a:cxnLst/>
              <a:rect r="r" b="b" t="t" l="l"/>
              <a:pathLst>
                <a:path h="1713611" w="7131558">
                  <a:moveTo>
                    <a:pt x="0" y="0"/>
                  </a:moveTo>
                  <a:lnTo>
                    <a:pt x="7131558" y="0"/>
                  </a:lnTo>
                  <a:lnTo>
                    <a:pt x="7131558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047" r="0" b="-6704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119668" y="4524280"/>
            <a:ext cx="8048663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0"/>
              </a:lnSpc>
            </a:pPr>
            <a:r>
              <a:rPr lang="en-US" sz="2325" b="true">
                <a:solidFill>
                  <a:srgbClr val="FEFEFE"/>
                </a:solidFill>
                <a:latin typeface="Telegraf Bold"/>
                <a:ea typeface="Telegraf Bold"/>
                <a:cs typeface="Telegraf Bold"/>
                <a:sym typeface="Telegraf Bold"/>
              </a:rPr>
              <a:t>Dominar Microsoft Excel es fundamental en muchos campos, ya que facilita la gestión y análisis de datos. Aprender a usar sus funciones avanzadas, como fórmulas, tablas dinámicas y gráficos, te permitirá automatizar tareas, mejorar la precisión de tus análisis y presentar información de manera clara y profesional. Además, al conocer atajos y personalizar la herramienta según tus necesidades, puedes optimizar tu eficiencia y productividad en el trabajo diario.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8790" y="318792"/>
            <a:ext cx="13359203" cy="8596684"/>
            <a:chOff x="0" y="0"/>
            <a:chExt cx="17812271" cy="11462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12258" cy="11462258"/>
            </a:xfrm>
            <a:custGeom>
              <a:avLst/>
              <a:gdLst/>
              <a:ahLst/>
              <a:cxnLst/>
              <a:rect r="r" b="b" t="t" l="l"/>
              <a:pathLst>
                <a:path h="11462258" w="17812258">
                  <a:moveTo>
                    <a:pt x="17530953" y="11462258"/>
                  </a:moveTo>
                  <a:lnTo>
                    <a:pt x="281305" y="11462258"/>
                  </a:lnTo>
                  <a:cubicBezTo>
                    <a:pt x="126238" y="11462258"/>
                    <a:pt x="0" y="11335893"/>
                    <a:pt x="0" y="11180953"/>
                  </a:cubicBezTo>
                  <a:lnTo>
                    <a:pt x="0" y="281305"/>
                  </a:lnTo>
                  <a:cubicBezTo>
                    <a:pt x="0" y="126238"/>
                    <a:pt x="126238" y="0"/>
                    <a:pt x="281305" y="0"/>
                  </a:cubicBezTo>
                  <a:lnTo>
                    <a:pt x="17530953" y="0"/>
                  </a:lnTo>
                  <a:cubicBezTo>
                    <a:pt x="17685893" y="0"/>
                    <a:pt x="17812258" y="126238"/>
                    <a:pt x="17812258" y="281305"/>
                  </a:cubicBezTo>
                  <a:lnTo>
                    <a:pt x="17812258" y="11180953"/>
                  </a:lnTo>
                  <a:cubicBezTo>
                    <a:pt x="17812258" y="11335893"/>
                    <a:pt x="17686020" y="11462258"/>
                    <a:pt x="17530953" y="11462258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431" b="0"/>
          <a:stretch>
            <a:fillRect/>
          </a:stretch>
        </p:blipFill>
        <p:spPr>
          <a:xfrm flipH="false" flipV="false" rot="0">
            <a:off x="3968896" y="2764717"/>
            <a:ext cx="6391094" cy="3706835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155"/>
          <a:stretch>
            <a:fillRect/>
          </a:stretch>
        </p:blipFill>
        <p:spPr>
          <a:xfrm flipH="false" flipV="false" rot="0">
            <a:off x="14074330" y="4618139"/>
            <a:ext cx="3681736" cy="4090826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961581" y="9520018"/>
            <a:ext cx="529771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b="true" sz="1400" spc="140">
                <a:solidFill>
                  <a:srgbClr val="191919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PROGRAMACION DE COMPUTADORAS 1 (090)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94121" y="754942"/>
            <a:ext cx="6053147" cy="137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9"/>
              </a:lnSpc>
            </a:pPr>
            <a:r>
              <a:rPr lang="en-US" sz="4224" b="true">
                <a:solidFill>
                  <a:srgbClr val="191919"/>
                </a:solidFill>
                <a:latin typeface="Telegraf Bold"/>
                <a:ea typeface="Telegraf Bold"/>
                <a:cs typeface="Telegraf Bold"/>
                <a:sym typeface="Telegraf Bold"/>
              </a:rPr>
              <a:t>¿Tienes alguna pregunta?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7451" y="466611"/>
            <a:ext cx="1446286" cy="56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8"/>
              </a:lnSpc>
            </a:pPr>
            <a:r>
              <a:rPr lang="en-US" sz="3938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PDC1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8064" y="7728852"/>
            <a:ext cx="804866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191919"/>
                </a:solidFill>
                <a:latin typeface="Telegraf Bold"/>
                <a:ea typeface="Telegraf Bold"/>
                <a:cs typeface="Telegraf Bold"/>
                <a:sym typeface="Telegraf Bold"/>
              </a:rPr>
              <a:t>Espero, que hayas aprendido algo nuevo.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DAHRQB0hmDg</dc:identifier>
  <dcterms:modified xsi:type="dcterms:W3CDTF">2011-08-01T06:04:30Z</dcterms:modified>
  <cp:revision>1</cp:revision>
  <dc:title>Lab PDC1 Presentación 4 2S2026</dc:title>
</cp:coreProperties>
</file>